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6" autoAdjust="0"/>
    <p:restoredTop sz="94660"/>
  </p:normalViewPr>
  <p:slideViewPr>
    <p:cSldViewPr snapToGrid="0">
      <p:cViewPr varScale="1">
        <p:scale>
          <a:sx n="99" d="100"/>
          <a:sy n="99" d="100"/>
        </p:scale>
        <p:origin x="2116" y="8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64008" cy="64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1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17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24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43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01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7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72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6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419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2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722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83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victorytr0947@naver.com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DB745C-1799-6B74-293A-1A4E5903B28D}"/>
              </a:ext>
            </a:extLst>
          </p:cNvPr>
          <p:cNvSpPr txBox="1"/>
          <p:nvPr/>
        </p:nvSpPr>
        <p:spPr>
          <a:xfrm>
            <a:off x="312820" y="1112922"/>
            <a:ext cx="2454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Victory Travels/Shamim Islam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978FC-9FE0-2E3C-7A7A-FCB1E988235E}"/>
              </a:ext>
            </a:extLst>
          </p:cNvPr>
          <p:cNvSpPr txBox="1"/>
          <p:nvPr/>
        </p:nvSpPr>
        <p:spPr>
          <a:xfrm>
            <a:off x="312820" y="1420699"/>
            <a:ext cx="30259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linkClick r:id="rId2"/>
              </a:rPr>
              <a:t>victorytr0947@naver.com</a:t>
            </a:r>
            <a:r>
              <a:rPr lang="en-US" sz="1050" dirty="0"/>
              <a:t> | TEL. 01092460847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CD4928-3131-835D-52BE-F74FDA413C3D}"/>
              </a:ext>
            </a:extLst>
          </p:cNvPr>
          <p:cNvSpPr txBox="1"/>
          <p:nvPr/>
        </p:nvSpPr>
        <p:spPr>
          <a:xfrm>
            <a:off x="312820" y="1674615"/>
            <a:ext cx="30259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Incheon Korea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83D4DC-F81D-8B1C-D706-5DE7E2425F55}"/>
              </a:ext>
            </a:extLst>
          </p:cNvPr>
          <p:cNvSpPr txBox="1"/>
          <p:nvPr/>
        </p:nvSpPr>
        <p:spPr>
          <a:xfrm>
            <a:off x="4563978" y="1420699"/>
            <a:ext cx="20955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E-Ticket Issued: 2025-12-06</a:t>
            </a:r>
            <a:r>
              <a:rPr lang="en-US" sz="1050" dirty="0" err="1"/>
              <a:t/>
            </a:r>
            <a:r>
              <a:rPr lang="en-US" sz="1050" dirty="0"/>
              <a:t/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6A96DE-38C4-7EAF-3165-E2F54EB83F56}"/>
              </a:ext>
            </a:extLst>
          </p:cNvPr>
          <p:cNvSpPr txBox="1"/>
          <p:nvPr/>
        </p:nvSpPr>
        <p:spPr>
          <a:xfrm>
            <a:off x="4215065" y="1987351"/>
            <a:ext cx="2642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TEL. 02-67393570 | FAX </a:t>
            </a:r>
            <a:r>
              <a:rPr lang="en-US" sz="1200" dirty="0"/>
              <a:t>02-67393570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EEADC6-B1B3-5810-D499-F921F0F5BD9B}"/>
              </a:ext>
            </a:extLst>
          </p:cNvPr>
          <p:cNvSpPr txBox="1"/>
          <p:nvPr/>
        </p:nvSpPr>
        <p:spPr>
          <a:xfrm>
            <a:off x="5207672" y="2260751"/>
            <a:ext cx="15360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https:kbwebsite.com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9CF94-4729-9453-086B-867E0D4A1800}"/>
              </a:ext>
            </a:extLst>
          </p:cNvPr>
          <p:cNvSpPr txBox="1"/>
          <p:nvPr/>
        </p:nvSpPr>
        <p:spPr>
          <a:xfrm>
            <a:off x="3820026" y="1051367"/>
            <a:ext cx="3116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E-Ticket Itinerary &amp; Receipt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190FEC-DCF0-50D9-B635-2AAF70EA5AA1}"/>
              </a:ext>
            </a:extLst>
          </p:cNvPr>
          <p:cNvSpPr txBox="1"/>
          <p:nvPr/>
        </p:nvSpPr>
        <p:spPr>
          <a:xfrm>
            <a:off x="312820" y="1941185"/>
            <a:ext cx="2095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MOMEN/MDRASHED</a:t>
            </a:r>
            <a:r>
              <a:rPr lang="en-US" sz="1200" dirty="0" err="1"/>
              <a:t/>
            </a:r>
            <a:r>
              <a:rPr lang="en-US" sz="1200" dirty="0"/>
              <a:t/>
            </a:r>
            <a:endParaRPr lang="en-US" sz="16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3C5B66-7FA0-990A-F1FA-7B16BD5C7B37}"/>
              </a:ext>
            </a:extLst>
          </p:cNvPr>
          <p:cNvCxnSpPr/>
          <p:nvPr/>
        </p:nvCxnSpPr>
        <p:spPr>
          <a:xfrm>
            <a:off x="372979" y="2707105"/>
            <a:ext cx="62443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48FD6F8-30A5-45D1-6E70-786A625E9835}"/>
              </a:ext>
            </a:extLst>
          </p:cNvPr>
          <p:cNvSpPr txBox="1"/>
          <p:nvPr/>
        </p:nvSpPr>
        <p:spPr>
          <a:xfrm>
            <a:off x="312820" y="2832746"/>
            <a:ext cx="136558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Passenger Name</a:t>
            </a:r>
          </a:p>
          <a:p>
            <a:r>
              <a:rPr lang="en-US" sz="1200" dirty="0"/>
              <a:t>MOMEN/MDRASHED</a:t>
            </a:r>
            <a:r>
              <a:rPr lang="en-US" sz="1200" dirty="0" err="1"/>
              <a:t/>
            </a:r>
            <a:r>
              <a:rPr lang="en-US" sz="1200" dirty="0"/>
              <a:t/>
            </a: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82127D-D526-1DE9-0549-9373A768CB50}"/>
              </a:ext>
            </a:extLst>
          </p:cNvPr>
          <p:cNvSpPr txBox="1"/>
          <p:nvPr/>
        </p:nvSpPr>
        <p:spPr>
          <a:xfrm>
            <a:off x="2655970" y="2832746"/>
            <a:ext cx="136558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Ticket Number</a:t>
            </a:r>
          </a:p>
          <a:p>
            <a:r>
              <a:rPr lang="en-US" sz="1200" dirty="0"/>
              <a:t>00000000000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29A065-3166-EEE2-A062-75CD4F5B08F6}"/>
              </a:ext>
            </a:extLst>
          </p:cNvPr>
          <p:cNvSpPr txBox="1"/>
          <p:nvPr/>
        </p:nvSpPr>
        <p:spPr>
          <a:xfrm>
            <a:off x="4751470" y="2832746"/>
            <a:ext cx="165534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Booking Reference</a:t>
            </a:r>
          </a:p>
          <a:p>
            <a:r>
              <a:rPr lang="en-US" sz="1200" dirty="0"/>
              <a:t>LVE6LDB</a:t>
            </a:r>
            <a:endParaRPr lang="en-US" sz="16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2A460F-9C1A-B8EB-FC61-5C457C4D2C8D}"/>
              </a:ext>
            </a:extLst>
          </p:cNvPr>
          <p:cNvCxnSpPr/>
          <p:nvPr/>
        </p:nvCxnSpPr>
        <p:spPr>
          <a:xfrm>
            <a:off x="364962" y="3443037"/>
            <a:ext cx="62443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981F3F9-BF18-D2D5-A8FF-A1DF3008F9C9}"/>
              </a:ext>
            </a:extLst>
          </p:cNvPr>
          <p:cNvSpPr txBox="1"/>
          <p:nvPr/>
        </p:nvSpPr>
        <p:spPr>
          <a:xfrm>
            <a:off x="336886" y="3637927"/>
            <a:ext cx="469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A3C2C2-6A64-9D29-9D9E-C449DCC73771}"/>
              </a:ext>
            </a:extLst>
          </p:cNvPr>
          <p:cNvSpPr txBox="1"/>
          <p:nvPr/>
        </p:nvSpPr>
        <p:spPr>
          <a:xfrm>
            <a:off x="703847" y="3739596"/>
            <a:ext cx="17044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SEOUL</a:t>
            </a:r>
          </a:p>
          <a:p>
            <a:r>
              <a:rPr lang="en-US" dirty="0"/>
              <a:t>ICN</a:t>
            </a:r>
          </a:p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22FD4-01DE-1349-25C9-162D8229F265}"/>
              </a:ext>
            </a:extLst>
          </p:cNvPr>
          <p:cNvSpPr txBox="1"/>
          <p:nvPr/>
        </p:nvSpPr>
        <p:spPr>
          <a:xfrm>
            <a:off x="723900" y="4349096"/>
            <a:ext cx="2217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Incheon International Airport</a:t>
            </a:r>
          </a:p>
          <a:p>
            <a:r>
              <a:rPr lang="en-US" sz="1050" dirty="0"/>
              <a:t>Terminal – 1</a:t>
            </a:r>
          </a:p>
          <a:p>
            <a:r>
              <a:rPr lang="en-US" sz="1050" dirty="0"/>
              <a:t>01DEC2025 19:30 (Local Time)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39EFE6-E5DF-E447-95AF-63413251241F}"/>
              </a:ext>
            </a:extLst>
          </p:cNvPr>
          <p:cNvSpPr txBox="1"/>
          <p:nvPr/>
        </p:nvSpPr>
        <p:spPr>
          <a:xfrm>
            <a:off x="3118183" y="3739596"/>
            <a:ext cx="150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DHAKA</a:t>
            </a:r>
          </a:p>
          <a:p>
            <a:r>
              <a:rPr lang="en-US" dirty="0"/>
              <a:t>DAC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8EE18E-3FAE-B185-0520-693FAC2DFAE6}"/>
              </a:ext>
            </a:extLst>
          </p:cNvPr>
          <p:cNvSpPr txBox="1"/>
          <p:nvPr/>
        </p:nvSpPr>
        <p:spPr>
          <a:xfrm>
            <a:off x="3138236" y="4349096"/>
            <a:ext cx="2217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Hazrat Shahjalal International Airport</a:t>
            </a:r>
          </a:p>
          <a:p>
            <a:r>
              <a:rPr lang="en-US" sz="1050" dirty="0"/>
              <a:t>01DEC202522:30 (Local Time)</a:t>
            </a: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3CE6DA-FEB5-A37C-8851-D5297D5D607B}"/>
              </a:ext>
            </a:extLst>
          </p:cNvPr>
          <p:cNvSpPr txBox="1"/>
          <p:nvPr/>
        </p:nvSpPr>
        <p:spPr>
          <a:xfrm>
            <a:off x="5305923" y="3848015"/>
            <a:ext cx="866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t’way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F63ECB-B441-DFA6-887F-AE6374875E33}"/>
              </a:ext>
            </a:extLst>
          </p:cNvPr>
          <p:cNvSpPr txBox="1"/>
          <p:nvPr/>
        </p:nvSpPr>
        <p:spPr>
          <a:xfrm>
            <a:off x="5305922" y="4217347"/>
            <a:ext cx="1142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YP5671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867068-B6D5-40C9-0DF5-5AC430B65F2F}"/>
              </a:ext>
            </a:extLst>
          </p:cNvPr>
          <p:cNvSpPr txBox="1"/>
          <p:nvPr/>
        </p:nvSpPr>
        <p:spPr>
          <a:xfrm>
            <a:off x="5350039" y="4526765"/>
            <a:ext cx="1507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Airline PNR : G/552058</a:t>
            </a:r>
            <a:r>
              <a:rPr lang="en-US" sz="1200" dirty="0" err="1"/>
              <a:t/>
            </a:r>
            <a:r>
              <a:rPr lang="en-US" sz="1200" dirty="0"/>
              <a:t/>
            </a:r>
            <a:endParaRPr lang="en-US" sz="1600" dirty="0"/>
          </a:p>
          <a:p>
            <a:endParaRPr lang="en-US" sz="12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775DA7F-95AA-383C-B39C-A46DE23B6BA0}"/>
              </a:ext>
            </a:extLst>
          </p:cNvPr>
          <p:cNvCxnSpPr>
            <a:cxnSpLocks/>
          </p:cNvCxnSpPr>
          <p:nvPr/>
        </p:nvCxnSpPr>
        <p:spPr>
          <a:xfrm>
            <a:off x="571502" y="5147511"/>
            <a:ext cx="5641338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8A9DF44-EC30-3FD5-561E-D9ED31B3E299}"/>
              </a:ext>
            </a:extLst>
          </p:cNvPr>
          <p:cNvSpPr txBox="1"/>
          <p:nvPr/>
        </p:nvSpPr>
        <p:spPr>
          <a:xfrm>
            <a:off x="615614" y="5306593"/>
            <a:ext cx="902065" cy="248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Class :</a:t>
            </a:r>
            <a:endParaRPr lang="en-US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5F10EA-C2BB-0FAE-D4F1-839BFCE0734A}"/>
              </a:ext>
            </a:extLst>
          </p:cNvPr>
          <p:cNvSpPr txBox="1"/>
          <p:nvPr/>
        </p:nvSpPr>
        <p:spPr>
          <a:xfrm>
            <a:off x="615614" y="5632616"/>
            <a:ext cx="902065" cy="248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Baggage :</a:t>
            </a:r>
            <a:endParaRPr lang="en-US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24000A-9F2D-4FB1-F8F3-8BFDAA1E759F}"/>
              </a:ext>
            </a:extLst>
          </p:cNvPr>
          <p:cNvSpPr txBox="1"/>
          <p:nvPr/>
        </p:nvSpPr>
        <p:spPr>
          <a:xfrm>
            <a:off x="1417556" y="5344138"/>
            <a:ext cx="1125560" cy="225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Q (Economy)</a:t>
            </a:r>
            <a:endParaRPr 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0F6855-FEFA-1FF8-C72C-4B54CFDF3CAC}"/>
              </a:ext>
            </a:extLst>
          </p:cNvPr>
          <p:cNvSpPr txBox="1"/>
          <p:nvPr/>
        </p:nvSpPr>
        <p:spPr>
          <a:xfrm>
            <a:off x="1424638" y="5632616"/>
            <a:ext cx="2004361" cy="361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Check in Luggage: 26kg + 26kg</a:t>
            </a:r>
          </a:p>
          <a:p>
            <a:r>
              <a:rPr lang="en-US" sz="900" dirty="0"/>
              <a:t>Cabin Luggage : 10kg</a:t>
            </a:r>
            <a:endParaRPr lang="en-US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BE0853-E893-7D1E-BD3E-2702759BD5F2}"/>
              </a:ext>
            </a:extLst>
          </p:cNvPr>
          <p:cNvSpPr txBox="1"/>
          <p:nvPr/>
        </p:nvSpPr>
        <p:spPr>
          <a:xfrm>
            <a:off x="3064037" y="5326795"/>
            <a:ext cx="6597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Status :</a:t>
            </a:r>
            <a:endParaRPr lang="en-US" sz="1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709440-47D9-DA8D-0DF2-88716072A22B}"/>
              </a:ext>
            </a:extLst>
          </p:cNvPr>
          <p:cNvSpPr txBox="1"/>
          <p:nvPr/>
        </p:nvSpPr>
        <p:spPr>
          <a:xfrm>
            <a:off x="3064036" y="5652818"/>
            <a:ext cx="902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Aircraft :</a:t>
            </a:r>
            <a:endParaRPr lang="en-US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5B7142-C8E0-2E13-5971-C30CDABD217C}"/>
              </a:ext>
            </a:extLst>
          </p:cNvPr>
          <p:cNvSpPr txBox="1"/>
          <p:nvPr/>
        </p:nvSpPr>
        <p:spPr>
          <a:xfrm>
            <a:off x="3865978" y="5364340"/>
            <a:ext cx="1125560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OK(Confirmed)</a:t>
            </a:r>
            <a:endParaRPr 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C81BE1-0879-5E6C-997C-71879281AF9F}"/>
              </a:ext>
            </a:extLst>
          </p:cNvPr>
          <p:cNvSpPr txBox="1"/>
          <p:nvPr/>
        </p:nvSpPr>
        <p:spPr>
          <a:xfrm>
            <a:off x="3873060" y="5652819"/>
            <a:ext cx="9696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BOEING 737-8</a:t>
            </a:r>
            <a:endParaRPr lang="en-US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A83143-959B-B9B4-321B-001C4B6D889E}"/>
              </a:ext>
            </a:extLst>
          </p:cNvPr>
          <p:cNvSpPr txBox="1"/>
          <p:nvPr/>
        </p:nvSpPr>
        <p:spPr>
          <a:xfrm>
            <a:off x="4940263" y="5479756"/>
            <a:ext cx="9696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Flight Time :</a:t>
            </a:r>
            <a:endParaRPr lang="en-US" sz="16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E75E25-8CBE-F309-CAD3-A7E102426539}"/>
              </a:ext>
            </a:extLst>
          </p:cNvPr>
          <p:cNvSpPr txBox="1"/>
          <p:nvPr/>
        </p:nvSpPr>
        <p:spPr>
          <a:xfrm>
            <a:off x="5842332" y="5479756"/>
            <a:ext cx="503327" cy="230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6H</a:t>
            </a:r>
            <a:endParaRPr lang="en-US" sz="1200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B27EF71-7F32-160A-97CB-90BDAECCC3C5}"/>
              </a:ext>
            </a:extLst>
          </p:cNvPr>
          <p:cNvCxnSpPr>
            <a:cxnSpLocks/>
          </p:cNvCxnSpPr>
          <p:nvPr/>
        </p:nvCxnSpPr>
        <p:spPr>
          <a:xfrm>
            <a:off x="580689" y="6039853"/>
            <a:ext cx="5632151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82C7D3E-2603-57EC-FC15-75D7FFD1842C}"/>
              </a:ext>
            </a:extLst>
          </p:cNvPr>
          <p:cNvCxnSpPr/>
          <p:nvPr/>
        </p:nvCxnSpPr>
        <p:spPr>
          <a:xfrm>
            <a:off x="401055" y="6257817"/>
            <a:ext cx="62443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DED2EB4-B539-9338-8F8F-1502B811908E}"/>
              </a:ext>
            </a:extLst>
          </p:cNvPr>
          <p:cNvSpPr txBox="1"/>
          <p:nvPr/>
        </p:nvSpPr>
        <p:spPr>
          <a:xfrm>
            <a:off x="372979" y="6452707"/>
            <a:ext cx="469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03BFF54-2C5B-3A19-CE11-97EF8D6EFF97}"/>
              </a:ext>
            </a:extLst>
          </p:cNvPr>
          <p:cNvSpPr txBox="1"/>
          <p:nvPr/>
        </p:nvSpPr>
        <p:spPr>
          <a:xfrm>
            <a:off x="739940" y="6554376"/>
            <a:ext cx="1620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DHAKA</a:t>
            </a:r>
          </a:p>
          <a:p>
            <a:r>
              <a:rPr lang="en-US" dirty="0"/>
              <a:t>DAC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592B00D-8451-F8B5-AF81-8BD9E6095387}"/>
              </a:ext>
            </a:extLst>
          </p:cNvPr>
          <p:cNvSpPr txBox="1"/>
          <p:nvPr/>
        </p:nvSpPr>
        <p:spPr>
          <a:xfrm>
            <a:off x="759993" y="7163876"/>
            <a:ext cx="2217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Hazrat Shahjalal International Airport</a:t>
            </a:r>
          </a:p>
          <a:p>
            <a:r>
              <a:rPr lang="en-US" sz="1050" dirty="0"/>
              <a:t>23DEC2025 01:30 (Local Time)</a:t>
            </a:r>
            <a:endParaRPr lang="en-US" sz="1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40AE79-E486-2853-DBB5-F97B06C34207}"/>
              </a:ext>
            </a:extLst>
          </p:cNvPr>
          <p:cNvSpPr txBox="1"/>
          <p:nvPr/>
        </p:nvSpPr>
        <p:spPr>
          <a:xfrm>
            <a:off x="3154276" y="6554376"/>
            <a:ext cx="18555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SEOUL</a:t>
            </a:r>
          </a:p>
          <a:p>
            <a:r>
              <a:rPr lang="en-US" dirty="0"/>
              <a:t>ICN</a:t>
            </a:r>
          </a:p>
          <a:p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18D3A57-F646-E0B9-6FDE-FC2F6FDC3602}"/>
              </a:ext>
            </a:extLst>
          </p:cNvPr>
          <p:cNvSpPr txBox="1"/>
          <p:nvPr/>
        </p:nvSpPr>
        <p:spPr>
          <a:xfrm>
            <a:off x="3174329" y="7163876"/>
            <a:ext cx="2217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Incheon International Airport</a:t>
            </a:r>
          </a:p>
          <a:p>
            <a:r>
              <a:rPr lang="en-US" sz="1050" dirty="0"/>
              <a:t>Terminal – 1</a:t>
            </a:r>
          </a:p>
          <a:p>
            <a:r>
              <a:rPr lang="en-US" sz="1050" dirty="0"/>
              <a:t>23DEC202510:30 (Local Time)</a:t>
            </a:r>
            <a:endParaRPr lang="en-US" sz="12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17904E4-4469-B6C1-2592-4D838788EADF}"/>
              </a:ext>
            </a:extLst>
          </p:cNvPr>
          <p:cNvSpPr txBox="1"/>
          <p:nvPr/>
        </p:nvSpPr>
        <p:spPr>
          <a:xfrm>
            <a:off x="5342016" y="6662795"/>
            <a:ext cx="866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t’way</a:t>
            </a:r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D9403E-FA99-F260-09C9-AB205E7B56A5}"/>
              </a:ext>
            </a:extLst>
          </p:cNvPr>
          <p:cNvSpPr txBox="1"/>
          <p:nvPr/>
        </p:nvSpPr>
        <p:spPr>
          <a:xfrm>
            <a:off x="5342015" y="7032127"/>
            <a:ext cx="1142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YP5672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5E1F1A1-48D1-BE5F-DBBC-84C56BC7EF1D}"/>
              </a:ext>
            </a:extLst>
          </p:cNvPr>
          <p:cNvSpPr txBox="1"/>
          <p:nvPr/>
        </p:nvSpPr>
        <p:spPr>
          <a:xfrm>
            <a:off x="5386132" y="7341545"/>
            <a:ext cx="1656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Airline PNR : G/552058</a:t>
            </a:r>
            <a:r>
              <a:rPr lang="en-US" sz="1200" dirty="0" err="1"/>
              <a:t/>
            </a:r>
            <a:r>
              <a:rPr lang="en-US" sz="1200" dirty="0"/>
              <a:t/>
            </a:r>
            <a:endParaRPr lang="en-US" sz="1600" dirty="0"/>
          </a:p>
          <a:p>
            <a:endParaRPr lang="en-US" sz="120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888711C-64D4-50DA-460E-D98B9CB9F570}"/>
              </a:ext>
            </a:extLst>
          </p:cNvPr>
          <p:cNvCxnSpPr>
            <a:cxnSpLocks/>
          </p:cNvCxnSpPr>
          <p:nvPr/>
        </p:nvCxnSpPr>
        <p:spPr>
          <a:xfrm>
            <a:off x="607595" y="7962291"/>
            <a:ext cx="5641338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EE13D9F-8C34-32E6-3569-0B44C2D55040}"/>
              </a:ext>
            </a:extLst>
          </p:cNvPr>
          <p:cNvGrpSpPr/>
          <p:nvPr/>
        </p:nvGrpSpPr>
        <p:grpSpPr>
          <a:xfrm>
            <a:off x="651707" y="8121373"/>
            <a:ext cx="2813385" cy="687225"/>
            <a:chOff x="615615" y="5306593"/>
            <a:chExt cx="2789318" cy="702693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BE6FA84-D645-3FB4-C891-9C69D9E4EC63}"/>
                </a:ext>
              </a:extLst>
            </p:cNvPr>
            <p:cNvSpPr txBox="1"/>
            <p:nvPr/>
          </p:nvSpPr>
          <p:spPr>
            <a:xfrm>
              <a:off x="615615" y="5306593"/>
              <a:ext cx="89434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Class :</a:t>
              </a:r>
              <a:endParaRPr lang="en-US" sz="16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713DCEC-F6D5-4E4D-0416-3232F143B3AB}"/>
                </a:ext>
              </a:extLst>
            </p:cNvPr>
            <p:cNvSpPr txBox="1"/>
            <p:nvPr/>
          </p:nvSpPr>
          <p:spPr>
            <a:xfrm>
              <a:off x="615615" y="5639954"/>
              <a:ext cx="89434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Baggage :</a:t>
              </a:r>
              <a:endParaRPr lang="en-US" sz="16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CB54248-CA60-1D00-393B-E4D7255C5B45}"/>
                </a:ext>
              </a:extLst>
            </p:cNvPr>
            <p:cNvSpPr txBox="1"/>
            <p:nvPr/>
          </p:nvSpPr>
          <p:spPr>
            <a:xfrm>
              <a:off x="1410697" y="5344983"/>
              <a:ext cx="11159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Q (Economy)</a:t>
              </a:r>
              <a:endParaRPr lang="en-US" sz="1200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4F43F03-F5D3-99CF-80F3-05EBC955FC29}"/>
                </a:ext>
              </a:extLst>
            </p:cNvPr>
            <p:cNvSpPr txBox="1"/>
            <p:nvPr/>
          </p:nvSpPr>
          <p:spPr>
            <a:xfrm>
              <a:off x="1417718" y="5639954"/>
              <a:ext cx="1987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Check in Luggage: 26kg + 26kg</a:t>
              </a:r>
            </a:p>
            <a:p>
              <a:r>
                <a:rPr lang="en-US" sz="900" dirty="0"/>
                <a:t>Cabin Luggage : 10kg</a:t>
              </a:r>
              <a:endParaRPr lang="en-US" sz="1200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ED4B4196-E803-5310-7871-E5B33D221B7A}"/>
              </a:ext>
            </a:extLst>
          </p:cNvPr>
          <p:cNvSpPr txBox="1"/>
          <p:nvPr/>
        </p:nvSpPr>
        <p:spPr>
          <a:xfrm>
            <a:off x="3100130" y="8141575"/>
            <a:ext cx="6597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Status :</a:t>
            </a:r>
            <a:endParaRPr lang="en-US" sz="16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B62C074-EEDF-F4D9-AA33-D26CF65231BD}"/>
              </a:ext>
            </a:extLst>
          </p:cNvPr>
          <p:cNvSpPr txBox="1"/>
          <p:nvPr/>
        </p:nvSpPr>
        <p:spPr>
          <a:xfrm>
            <a:off x="3100129" y="8467598"/>
            <a:ext cx="902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Aircraft :</a:t>
            </a:r>
            <a:endParaRPr lang="en-US" sz="16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D1D677B-38A8-640C-935F-0010DFE4599E}"/>
              </a:ext>
            </a:extLst>
          </p:cNvPr>
          <p:cNvSpPr txBox="1"/>
          <p:nvPr/>
        </p:nvSpPr>
        <p:spPr>
          <a:xfrm>
            <a:off x="3902071" y="8179120"/>
            <a:ext cx="1125560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OK(Confirmed)</a:t>
            </a:r>
            <a:endParaRPr lang="en-US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3D247C-956A-2D56-9C62-13F662BACD28}"/>
              </a:ext>
            </a:extLst>
          </p:cNvPr>
          <p:cNvSpPr txBox="1"/>
          <p:nvPr/>
        </p:nvSpPr>
        <p:spPr>
          <a:xfrm>
            <a:off x="3909153" y="8467599"/>
            <a:ext cx="9696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BOEING 737-8</a:t>
            </a:r>
            <a:endParaRPr lang="en-US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F572D56-5D06-3321-BC19-6D7BECB7A7FA}"/>
              </a:ext>
            </a:extLst>
          </p:cNvPr>
          <p:cNvSpPr txBox="1"/>
          <p:nvPr/>
        </p:nvSpPr>
        <p:spPr>
          <a:xfrm>
            <a:off x="4976356" y="8294536"/>
            <a:ext cx="9696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Flight Time :</a:t>
            </a:r>
            <a:endParaRPr lang="en-US" sz="16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25B3A64-5B9A-BAF2-7C48-8290709B4339}"/>
              </a:ext>
            </a:extLst>
          </p:cNvPr>
          <p:cNvSpPr txBox="1"/>
          <p:nvPr/>
        </p:nvSpPr>
        <p:spPr>
          <a:xfrm>
            <a:off x="5878425" y="8294536"/>
            <a:ext cx="503327" cy="230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6H</a:t>
            </a:r>
            <a:endParaRPr lang="en-US" sz="1200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0728419-6864-85ED-F0CE-567C59345156}"/>
              </a:ext>
            </a:extLst>
          </p:cNvPr>
          <p:cNvCxnSpPr>
            <a:cxnSpLocks/>
          </p:cNvCxnSpPr>
          <p:nvPr/>
        </p:nvCxnSpPr>
        <p:spPr>
          <a:xfrm>
            <a:off x="616782" y="8854633"/>
            <a:ext cx="5632151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Graphic 82" descr="Take Off with solid fill">
            <a:extLst>
              <a:ext uri="{FF2B5EF4-FFF2-40B4-BE49-F238E27FC236}">
                <a16:creationId xmlns:a16="http://schemas.microsoft.com/office/drawing/2014/main" id="{A989D7DE-20A3-DA3F-5947-2670E7D43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393" y="4138660"/>
            <a:ext cx="494643" cy="494643"/>
          </a:xfrm>
          <a:prstGeom prst="rect">
            <a:avLst/>
          </a:prstGeom>
        </p:spPr>
      </p:pic>
      <p:pic>
        <p:nvPicPr>
          <p:cNvPr id="84" name="Graphic 83" descr="Take Off with solid fill">
            <a:extLst>
              <a:ext uri="{FF2B5EF4-FFF2-40B4-BE49-F238E27FC236}">
                <a16:creationId xmlns:a16="http://schemas.microsoft.com/office/drawing/2014/main" id="{04FD29E6-5B64-6F97-20F7-6DC6DE1DD0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37574" y="6897220"/>
            <a:ext cx="494643" cy="49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656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556</TotalTime>
  <Words>243</Words>
  <Application>Microsoft Office PowerPoint</Application>
  <PresentationFormat>A4 Paper (210x297 mm)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shehab rehan</dc:creator>
  <cp:lastModifiedBy>shehab rehan</cp:lastModifiedBy>
  <cp:revision>8</cp:revision>
  <dcterms:created xsi:type="dcterms:W3CDTF">2025-12-05T15:56:38Z</dcterms:created>
  <dcterms:modified xsi:type="dcterms:W3CDTF">2025-12-06T02:14:13Z</dcterms:modified>
</cp:coreProperties>
</file>