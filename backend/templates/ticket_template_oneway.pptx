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3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64008" cy="64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307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52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64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18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6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0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247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407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491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675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5AEBF-C5F5-4C8B-8293-61D24E0D515D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914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4DB745C-1799-6B74-293A-1A4E5903B28D}"/>
              </a:ext>
            </a:extLst>
          </p:cNvPr>
          <p:cNvSpPr txBox="1"/>
          <p:nvPr/>
        </p:nvSpPr>
        <p:spPr>
          <a:xfrm>
            <a:off x="312820" y="1151546"/>
            <a:ext cx="320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agency_name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}}/{{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agency_owner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978FC-9FE0-2E3C-7A7A-FCB1E988235E}"/>
              </a:ext>
            </a:extLst>
          </p:cNvPr>
          <p:cNvSpPr txBox="1"/>
          <p:nvPr/>
        </p:nvSpPr>
        <p:spPr>
          <a:xfrm>
            <a:off x="312820" y="1459323"/>
            <a:ext cx="31161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agency_email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}}| TEL. 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agency_phone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D4928-3131-835D-52BE-F74FDA413C3D}"/>
              </a:ext>
            </a:extLst>
          </p:cNvPr>
          <p:cNvSpPr txBox="1"/>
          <p:nvPr/>
        </p:nvSpPr>
        <p:spPr>
          <a:xfrm>
            <a:off x="312820" y="1713239"/>
            <a:ext cx="3025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agency_address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3D4DC-F81D-8B1C-D706-5DE7E2425F55}"/>
              </a:ext>
            </a:extLst>
          </p:cNvPr>
          <p:cNvSpPr txBox="1"/>
          <p:nvPr/>
        </p:nvSpPr>
        <p:spPr>
          <a:xfrm>
            <a:off x="4811710" y="1390381"/>
            <a:ext cx="2095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e-Ticket Issued: {{</a:t>
            </a: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date_now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A96DE-38C4-7EAF-3165-E2F54EB83F56}"/>
              </a:ext>
            </a:extLst>
          </p:cNvPr>
          <p:cNvSpPr txBox="1"/>
          <p:nvPr/>
        </p:nvSpPr>
        <p:spPr>
          <a:xfrm>
            <a:off x="3956125" y="1705853"/>
            <a:ext cx="2711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TEL. 02-2666-0847 | FAX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02-2666-0848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EEADC6-B1B3-5810-D499-F921F0F5BD9B}"/>
              </a:ext>
            </a:extLst>
          </p:cNvPr>
          <p:cNvSpPr txBox="1"/>
          <p:nvPr/>
        </p:nvSpPr>
        <p:spPr>
          <a:xfrm>
            <a:off x="4841214" y="1977418"/>
            <a:ext cx="18838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https://www.korbang.com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E9CF94-4729-9453-086B-867E0D4A1800}"/>
              </a:ext>
            </a:extLst>
          </p:cNvPr>
          <p:cNvSpPr txBox="1"/>
          <p:nvPr/>
        </p:nvSpPr>
        <p:spPr>
          <a:xfrm>
            <a:off x="4297682" y="1097023"/>
            <a:ext cx="2427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e-Ticket Itinerary &amp; Receipt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3C5B66-7FA0-990A-F1FA-7B16BD5C7B37}"/>
              </a:ext>
            </a:extLst>
          </p:cNvPr>
          <p:cNvCxnSpPr/>
          <p:nvPr/>
        </p:nvCxnSpPr>
        <p:spPr>
          <a:xfrm>
            <a:off x="372979" y="2315945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48FD6F8-30A5-45D1-6E70-786A625E9835}"/>
              </a:ext>
            </a:extLst>
          </p:cNvPr>
          <p:cNvSpPr txBox="1"/>
          <p:nvPr/>
        </p:nvSpPr>
        <p:spPr>
          <a:xfrm>
            <a:off x="312819" y="2441586"/>
            <a:ext cx="2095501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Passenger Name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PAX_name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82127D-D526-1DE9-0549-9373A768CB50}"/>
              </a:ext>
            </a:extLst>
          </p:cNvPr>
          <p:cNvSpPr txBox="1"/>
          <p:nvPr/>
        </p:nvSpPr>
        <p:spPr>
          <a:xfrm>
            <a:off x="3499397" y="2436066"/>
            <a:ext cx="1883833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Ticket Number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Ticket_Number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29A065-3166-EEE2-A062-75CD4F5B08F6}"/>
              </a:ext>
            </a:extLst>
          </p:cNvPr>
          <p:cNvSpPr txBox="1"/>
          <p:nvPr/>
        </p:nvSpPr>
        <p:spPr>
          <a:xfrm>
            <a:off x="5142270" y="2448045"/>
            <a:ext cx="165534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Booking Reference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PNR_Reference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2A460F-9C1A-B8EB-FC61-5C457C4D2C8D}"/>
              </a:ext>
            </a:extLst>
          </p:cNvPr>
          <p:cNvCxnSpPr/>
          <p:nvPr/>
        </p:nvCxnSpPr>
        <p:spPr>
          <a:xfrm>
            <a:off x="364962" y="305187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981F3F9-BF18-D2D5-A8FF-A1DF3008F9C9}"/>
              </a:ext>
            </a:extLst>
          </p:cNvPr>
          <p:cNvSpPr txBox="1"/>
          <p:nvPr/>
        </p:nvSpPr>
        <p:spPr>
          <a:xfrm>
            <a:off x="336886" y="31858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3C2C2-6A64-9D29-9D9E-C449DCC73771}"/>
              </a:ext>
            </a:extLst>
          </p:cNvPr>
          <p:cNvSpPr txBox="1"/>
          <p:nvPr/>
        </p:nvSpPr>
        <p:spPr>
          <a:xfrm>
            <a:off x="703846" y="3287476"/>
            <a:ext cx="2217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D22FD4-01DE-1349-25C9-162D8229F265}"/>
              </a:ext>
            </a:extLst>
          </p:cNvPr>
          <p:cNvSpPr txBox="1"/>
          <p:nvPr/>
        </p:nvSpPr>
        <p:spPr>
          <a:xfrm>
            <a:off x="723900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{{PTN1_Date}} {{PTN1_Time}}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39EFE6-E5DF-E447-95AF-63413251241F}"/>
              </a:ext>
            </a:extLst>
          </p:cNvPr>
          <p:cNvSpPr txBox="1"/>
          <p:nvPr/>
        </p:nvSpPr>
        <p:spPr>
          <a:xfrm>
            <a:off x="3118183" y="3287476"/>
            <a:ext cx="2125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EE18E-3FAE-B185-0520-693FAC2DFAE6}"/>
              </a:ext>
            </a:extLst>
          </p:cNvPr>
          <p:cNvSpPr txBox="1"/>
          <p:nvPr/>
        </p:nvSpPr>
        <p:spPr>
          <a:xfrm>
            <a:off x="3138236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{{PTN1_Date.</a:t>
            </a:r>
            <a:r>
              <a:rPr lang="en-US" sz="1050">
                <a:latin typeface="Arial" panose="020B0604020202020204" pitchFamily="34" charset="0"/>
                <a:cs typeface="Arial" panose="020B0604020202020204" pitchFamily="34" charset="0"/>
              </a:rPr>
              <a:t>1}} {{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PTN1_Time.1}}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F63ECB-B441-DFA6-887F-AE6374875E33}"/>
              </a:ext>
            </a:extLst>
          </p:cNvPr>
          <p:cNvSpPr txBox="1"/>
          <p:nvPr/>
        </p:nvSpPr>
        <p:spPr>
          <a:xfrm>
            <a:off x="5398444" y="3829747"/>
            <a:ext cx="1142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Flight_number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775DA7F-95AA-383C-B39C-A46DE23B6BA0}"/>
              </a:ext>
            </a:extLst>
          </p:cNvPr>
          <p:cNvCxnSpPr>
            <a:cxnSpLocks/>
          </p:cNvCxnSpPr>
          <p:nvPr/>
        </p:nvCxnSpPr>
        <p:spPr>
          <a:xfrm>
            <a:off x="571502" y="479191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8A9DF44-EC30-3FD5-561E-D9ED31B3E299}"/>
              </a:ext>
            </a:extLst>
          </p:cNvPr>
          <p:cNvSpPr txBox="1"/>
          <p:nvPr/>
        </p:nvSpPr>
        <p:spPr>
          <a:xfrm>
            <a:off x="615614" y="4935753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5F10EA-C2BB-0FAE-D4F1-839BFCE0734A}"/>
              </a:ext>
            </a:extLst>
          </p:cNvPr>
          <p:cNvSpPr txBox="1"/>
          <p:nvPr/>
        </p:nvSpPr>
        <p:spPr>
          <a:xfrm>
            <a:off x="615614" y="5366097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24000A-9F2D-4FB1-F8F3-8BFDAA1E759F}"/>
              </a:ext>
            </a:extLst>
          </p:cNvPr>
          <p:cNvSpPr txBox="1"/>
          <p:nvPr/>
        </p:nvSpPr>
        <p:spPr>
          <a:xfrm>
            <a:off x="1390463" y="4974550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Y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0F6855-FEFA-1FF8-C72C-4B54CFDF3CAC}"/>
              </a:ext>
            </a:extLst>
          </p:cNvPr>
          <p:cNvSpPr txBox="1"/>
          <p:nvPr/>
        </p:nvSpPr>
        <p:spPr>
          <a:xfrm>
            <a:off x="1378440" y="5403197"/>
            <a:ext cx="2152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{{luggage}}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BE0853-E893-7D1E-BD3E-2702759BD5F2}"/>
              </a:ext>
            </a:extLst>
          </p:cNvPr>
          <p:cNvSpPr txBox="1"/>
          <p:nvPr/>
        </p:nvSpPr>
        <p:spPr>
          <a:xfrm>
            <a:off x="3154182" y="4955955"/>
            <a:ext cx="8167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709440-47D9-DA8D-0DF2-88716072A22B}"/>
              </a:ext>
            </a:extLst>
          </p:cNvPr>
          <p:cNvSpPr txBox="1"/>
          <p:nvPr/>
        </p:nvSpPr>
        <p:spPr>
          <a:xfrm>
            <a:off x="3184798" y="5474502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5B7142-C8E0-2E13-5971-C30CDABD217C}"/>
              </a:ext>
            </a:extLst>
          </p:cNvPr>
          <p:cNvSpPr txBox="1"/>
          <p:nvPr/>
        </p:nvSpPr>
        <p:spPr>
          <a:xfrm>
            <a:off x="3956124" y="4993500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C81BE1-0879-5E6C-997C-71879281AF9F}"/>
              </a:ext>
            </a:extLst>
          </p:cNvPr>
          <p:cNvSpPr txBox="1"/>
          <p:nvPr/>
        </p:nvSpPr>
        <p:spPr>
          <a:xfrm>
            <a:off x="3956124" y="5500658"/>
            <a:ext cx="11392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83143-959B-B9B4-321B-001C4B6D889E}"/>
              </a:ext>
            </a:extLst>
          </p:cNvPr>
          <p:cNvSpPr txBox="1"/>
          <p:nvPr/>
        </p:nvSpPr>
        <p:spPr>
          <a:xfrm>
            <a:off x="4997916" y="5190841"/>
            <a:ext cx="1042269" cy="2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E75E25-8CBE-F309-CAD3-A7E102426539}"/>
              </a:ext>
            </a:extLst>
          </p:cNvPr>
          <p:cNvSpPr txBox="1"/>
          <p:nvPr/>
        </p:nvSpPr>
        <p:spPr>
          <a:xfrm>
            <a:off x="5781666" y="5211689"/>
            <a:ext cx="9433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{{Fly_time_1}}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27EF71-7F32-160A-97CB-90BDAECCC3C5}"/>
              </a:ext>
            </a:extLst>
          </p:cNvPr>
          <p:cNvCxnSpPr>
            <a:cxnSpLocks/>
          </p:cNvCxnSpPr>
          <p:nvPr/>
        </p:nvCxnSpPr>
        <p:spPr>
          <a:xfrm>
            <a:off x="580689" y="603985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Take Off with solid fill">
            <a:extLst>
              <a:ext uri="{FF2B5EF4-FFF2-40B4-BE49-F238E27FC236}">
                <a16:creationId xmlns:a16="http://schemas.microsoft.com/office/drawing/2014/main" id="{A989D7DE-20A3-DA3F-5947-2670E7D43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3845" y="3680026"/>
            <a:ext cx="388103" cy="3881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D2E72-96A6-659A-46B2-D928DDDBE535}"/>
              </a:ext>
            </a:extLst>
          </p:cNvPr>
          <p:cNvSpPr txBox="1"/>
          <p:nvPr/>
        </p:nvSpPr>
        <p:spPr>
          <a:xfrm>
            <a:off x="1378440" y="5607712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agency_logo">
            <a:extLst>
              <a:ext uri="{FF2B5EF4-FFF2-40B4-BE49-F238E27FC236}">
                <a16:creationId xmlns:a16="http://schemas.microsoft.com/office/drawing/2014/main" id="{8B9EFC9D-55C3-E1EB-6EE0-B9CCC4FEC32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0352" y="402336"/>
            <a:ext cx="1051560" cy="612648"/>
          </a:xfrm>
          <a:prstGeom prst="rect">
            <a:avLst/>
          </a:prstGeom>
        </p:spPr>
      </p:pic>
      <p:pic>
        <p:nvPicPr>
          <p:cNvPr id="10" name="Picture 9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515D8125-04C2-65FB-D26D-25557954F6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462" y="3425722"/>
            <a:ext cx="793999" cy="335589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ECDD4A-7F82-E538-9129-5FF915B20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73168" y="283464"/>
            <a:ext cx="1563624" cy="7861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D9F459-B321-806F-D8B7-8F921A81A0FF}"/>
              </a:ext>
            </a:extLst>
          </p:cNvPr>
          <p:cNvSpPr txBox="1"/>
          <p:nvPr/>
        </p:nvSpPr>
        <p:spPr>
          <a:xfrm>
            <a:off x="435468" y="6236014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7A792-D392-8F1F-6002-5E16920C2D08}"/>
              </a:ext>
            </a:extLst>
          </p:cNvPr>
          <p:cNvSpPr txBox="1"/>
          <p:nvPr/>
        </p:nvSpPr>
        <p:spPr>
          <a:xfrm>
            <a:off x="1497738" y="6231298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59A9D0-EEF6-BA43-CA98-D74349C3C738}"/>
              </a:ext>
            </a:extLst>
          </p:cNvPr>
          <p:cNvSpPr txBox="1"/>
          <p:nvPr/>
        </p:nvSpPr>
        <p:spPr>
          <a:xfrm>
            <a:off x="2189009" y="2537691"/>
            <a:ext cx="1219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Ticket_Type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E1DF92-3BAD-5213-8547-1E8F9646BB0B}"/>
              </a:ext>
            </a:extLst>
          </p:cNvPr>
          <p:cNvSpPr txBox="1"/>
          <p:nvPr/>
        </p:nvSpPr>
        <p:spPr>
          <a:xfrm>
            <a:off x="372979" y="6890038"/>
            <a:ext cx="34395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* This Ticket is issued by </a:t>
            </a:r>
            <a:r>
              <a:rPr lang="en-US" sz="1050">
                <a:latin typeface="Arial" panose="020B0604020202020204" pitchFamily="34" charset="0"/>
                <a:cs typeface="Arial" panose="020B0604020202020204" pitchFamily="34" charset="0"/>
              </a:rPr>
              <a:t>Airline Charter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Operator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656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190</Words>
  <Application>Microsoft Office PowerPoint</Application>
  <PresentationFormat>A4 Paper (210x297 mm)</PresentationFormat>
  <Paragraphs>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shehab rehan</dc:creator>
  <cp:lastModifiedBy>shehab rehan</cp:lastModifiedBy>
  <cp:revision>11</cp:revision>
  <dcterms:created xsi:type="dcterms:W3CDTF">2025-12-15T13:30:07Z</dcterms:created>
  <dcterms:modified xsi:type="dcterms:W3CDTF">2025-12-29T01:37:01Z</dcterms:modified>
</cp:coreProperties>
</file>