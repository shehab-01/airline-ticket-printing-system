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3" autoAdjust="0"/>
    <p:restoredTop sz="94660"/>
  </p:normalViewPr>
  <p:slideViewPr>
    <p:cSldViewPr snapToGrid="0">
      <p:cViewPr>
        <p:scale>
          <a:sx n="125" d="100"/>
          <a:sy n="125" d="100"/>
        </p:scale>
        <p:origin x="846" y="-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64008" cy="64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07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5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4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1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0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4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0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9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1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7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5AEBF-C5F5-4C8B-8293-61D24E0D515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A7724-8EB0-4CDD-A57A-56E280C0B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1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51546"/>
            <a:ext cx="3206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agency_name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}}/{{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agency_owner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59323"/>
            <a:ext cx="31161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agency_email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}}| TEL. {{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agency_phone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71323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agency_address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811710" y="1390381"/>
            <a:ext cx="2095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e-Ticket Issued: {{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date_now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3956125" y="1705853"/>
            <a:ext cx="2711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TEL. 02-2666-0847 | FAX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02-2666-0848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4841214" y="1977418"/>
            <a:ext cx="18838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https://www.korbang.com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4297682" y="1097023"/>
            <a:ext cx="2427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e-Ticket Itinerary &amp; Receipt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31594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460F-9C1A-B8EB-FC61-5C457C4D2C8D}"/>
              </a:ext>
            </a:extLst>
          </p:cNvPr>
          <p:cNvCxnSpPr/>
          <p:nvPr/>
        </p:nvCxnSpPr>
        <p:spPr>
          <a:xfrm>
            <a:off x="364962" y="305187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81F3F9-BF18-D2D5-A8FF-A1DF3008F9C9}"/>
              </a:ext>
            </a:extLst>
          </p:cNvPr>
          <p:cNvSpPr txBox="1"/>
          <p:nvPr/>
        </p:nvSpPr>
        <p:spPr>
          <a:xfrm>
            <a:off x="336886" y="31858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3C2C2-6A64-9D29-9D9E-C449DCC73771}"/>
              </a:ext>
            </a:extLst>
          </p:cNvPr>
          <p:cNvSpPr txBox="1"/>
          <p:nvPr/>
        </p:nvSpPr>
        <p:spPr>
          <a:xfrm>
            <a:off x="703846" y="3287476"/>
            <a:ext cx="2217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{{PTN1-Dep-City}}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{{PTN1-Dep}}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2FD4-01DE-1349-25C9-162D8229F265}"/>
              </a:ext>
            </a:extLst>
          </p:cNvPr>
          <p:cNvSpPr txBox="1"/>
          <p:nvPr/>
        </p:nvSpPr>
        <p:spPr>
          <a:xfrm>
            <a:off x="723900" y="3896976"/>
            <a:ext cx="22178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{{PTN1-Dep-Airport}}</a:t>
            </a:r>
          </a:p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{{PTN1_Date}} {{PTN1_Time}} (Local Time)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EFE6-E5DF-E447-95AF-63413251241F}"/>
              </a:ext>
            </a:extLst>
          </p:cNvPr>
          <p:cNvSpPr txBox="1"/>
          <p:nvPr/>
        </p:nvSpPr>
        <p:spPr>
          <a:xfrm>
            <a:off x="3118183" y="3287476"/>
            <a:ext cx="212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{{PTN1-Arr-City}}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{{PTN1-Arr}}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EE18E-3FAE-B185-0520-693FAC2DFAE6}"/>
              </a:ext>
            </a:extLst>
          </p:cNvPr>
          <p:cNvSpPr txBox="1"/>
          <p:nvPr/>
        </p:nvSpPr>
        <p:spPr>
          <a:xfrm>
            <a:off x="3138236" y="3896976"/>
            <a:ext cx="22178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{{PTN1-Arr-Airport}}</a:t>
            </a:r>
          </a:p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{{PTN1_Date.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1}} {{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PTN1_Time.1}} (Local Time)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63ECB-B441-DFA6-887F-AE6374875E33}"/>
              </a:ext>
            </a:extLst>
          </p:cNvPr>
          <p:cNvSpPr txBox="1"/>
          <p:nvPr/>
        </p:nvSpPr>
        <p:spPr>
          <a:xfrm>
            <a:off x="5398444" y="3829747"/>
            <a:ext cx="1142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Flight_number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75DA7F-95AA-383C-B39C-A46DE23B6BA0}"/>
              </a:ext>
            </a:extLst>
          </p:cNvPr>
          <p:cNvCxnSpPr>
            <a:cxnSpLocks/>
          </p:cNvCxnSpPr>
          <p:nvPr/>
        </p:nvCxnSpPr>
        <p:spPr>
          <a:xfrm>
            <a:off x="571502" y="479191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9DF44-EC30-3FD5-561E-D9ED31B3E299}"/>
              </a:ext>
            </a:extLst>
          </p:cNvPr>
          <p:cNvSpPr txBox="1"/>
          <p:nvPr/>
        </p:nvSpPr>
        <p:spPr>
          <a:xfrm>
            <a:off x="615614" y="4935753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Class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5F10EA-C2BB-0FAE-D4F1-839BFCE0734A}"/>
              </a:ext>
            </a:extLst>
          </p:cNvPr>
          <p:cNvSpPr txBox="1"/>
          <p:nvPr/>
        </p:nvSpPr>
        <p:spPr>
          <a:xfrm>
            <a:off x="615614" y="5366097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Baggage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4000A-9F2D-4FB1-F8F3-8BFDAA1E759F}"/>
              </a:ext>
            </a:extLst>
          </p:cNvPr>
          <p:cNvSpPr txBox="1"/>
          <p:nvPr/>
        </p:nvSpPr>
        <p:spPr>
          <a:xfrm>
            <a:off x="1390463" y="4974550"/>
            <a:ext cx="1125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Y (Economy)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0F6855-FEFA-1FF8-C72C-4B54CFDF3CAC}"/>
              </a:ext>
            </a:extLst>
          </p:cNvPr>
          <p:cNvSpPr txBox="1"/>
          <p:nvPr/>
        </p:nvSpPr>
        <p:spPr>
          <a:xfrm>
            <a:off x="1378440" y="5403197"/>
            <a:ext cx="2152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Check in Luggage: {{luggage}}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E0853-E893-7D1E-BD3E-2702759BD5F2}"/>
              </a:ext>
            </a:extLst>
          </p:cNvPr>
          <p:cNvSpPr txBox="1"/>
          <p:nvPr/>
        </p:nvSpPr>
        <p:spPr>
          <a:xfrm>
            <a:off x="3154182" y="4955955"/>
            <a:ext cx="816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Status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09440-47D9-DA8D-0DF2-88716072A22B}"/>
              </a:ext>
            </a:extLst>
          </p:cNvPr>
          <p:cNvSpPr txBox="1"/>
          <p:nvPr/>
        </p:nvSpPr>
        <p:spPr>
          <a:xfrm>
            <a:off x="3184798" y="5474502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Aircraft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5B7142-C8E0-2E13-5971-C30CDABD217C}"/>
              </a:ext>
            </a:extLst>
          </p:cNvPr>
          <p:cNvSpPr txBox="1"/>
          <p:nvPr/>
        </p:nvSpPr>
        <p:spPr>
          <a:xfrm>
            <a:off x="3956124" y="499350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OK(Confirmed)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81BE1-0879-5E6C-997C-71879281AF9F}"/>
              </a:ext>
            </a:extLst>
          </p:cNvPr>
          <p:cNvSpPr txBox="1"/>
          <p:nvPr/>
        </p:nvSpPr>
        <p:spPr>
          <a:xfrm>
            <a:off x="3956124" y="5500658"/>
            <a:ext cx="11392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BOEING 737-8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83143-959B-B9B4-321B-001C4B6D889E}"/>
              </a:ext>
            </a:extLst>
          </p:cNvPr>
          <p:cNvSpPr txBox="1"/>
          <p:nvPr/>
        </p:nvSpPr>
        <p:spPr>
          <a:xfrm>
            <a:off x="4997916" y="5190841"/>
            <a:ext cx="1042269" cy="2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Flight Time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E75E25-8CBE-F309-CAD3-A7E102426539}"/>
              </a:ext>
            </a:extLst>
          </p:cNvPr>
          <p:cNvSpPr txBox="1"/>
          <p:nvPr/>
        </p:nvSpPr>
        <p:spPr>
          <a:xfrm>
            <a:off x="5781666" y="5211689"/>
            <a:ext cx="9433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{{Fly_time_1}}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27EF71-7F32-160A-97CB-90BDAECCC3C5}"/>
              </a:ext>
            </a:extLst>
          </p:cNvPr>
          <p:cNvCxnSpPr>
            <a:cxnSpLocks/>
          </p:cNvCxnSpPr>
          <p:nvPr/>
        </p:nvCxnSpPr>
        <p:spPr>
          <a:xfrm>
            <a:off x="580689" y="603985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3845" y="3680026"/>
            <a:ext cx="388103" cy="388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ED2E72-96A6-659A-46B2-D928DDDBE535}"/>
              </a:ext>
            </a:extLst>
          </p:cNvPr>
          <p:cNvSpPr txBox="1"/>
          <p:nvPr/>
        </p:nvSpPr>
        <p:spPr>
          <a:xfrm>
            <a:off x="1378440" y="5607712"/>
            <a:ext cx="20043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Cabin_luggage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agency_logo">
            <a:extLst>
              <a:ext uri="{FF2B5EF4-FFF2-40B4-BE49-F238E27FC236}">
                <a16:creationId xmlns:a16="http://schemas.microsoft.com/office/drawing/2014/main" id="{8B9EFC9D-55C3-E1EB-6EE0-B9CCC4FEC3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352" y="402336"/>
            <a:ext cx="1051560" cy="612648"/>
          </a:xfrm>
          <a:prstGeom prst="rect">
            <a:avLst/>
          </a:prstGeom>
        </p:spPr>
      </p:pic>
      <p:pic>
        <p:nvPicPr>
          <p:cNvPr id="10" name="Picture 9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515D8125-04C2-65FB-D26D-25557954F6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462" y="3425722"/>
            <a:ext cx="793999" cy="3355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AECDD4A-7F82-E538-9129-5FF915B201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3168" y="283464"/>
            <a:ext cx="1563624" cy="7861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D9F459-B321-806F-D8B7-8F921A81A0FF}"/>
              </a:ext>
            </a:extLst>
          </p:cNvPr>
          <p:cNvSpPr txBox="1"/>
          <p:nvPr/>
        </p:nvSpPr>
        <p:spPr>
          <a:xfrm>
            <a:off x="435468" y="6236014"/>
            <a:ext cx="1128412" cy="253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Extra Luggage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7A792-D392-8F1F-6002-5E16920C2D08}"/>
              </a:ext>
            </a:extLst>
          </p:cNvPr>
          <p:cNvSpPr txBox="1"/>
          <p:nvPr/>
        </p:nvSpPr>
        <p:spPr>
          <a:xfrm>
            <a:off x="1497738" y="6231298"/>
            <a:ext cx="1640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23 kg 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×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{{EMD1}}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1DF92-3BAD-5213-8547-1E8F9646BB0B}"/>
              </a:ext>
            </a:extLst>
          </p:cNvPr>
          <p:cNvSpPr txBox="1"/>
          <p:nvPr/>
        </p:nvSpPr>
        <p:spPr>
          <a:xfrm>
            <a:off x="372979" y="6890038"/>
            <a:ext cx="3439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* This Ticket is issued by 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Airline Charter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Operator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3EECE-2955-C55D-9248-820C829AA6E7}"/>
              </a:ext>
            </a:extLst>
          </p:cNvPr>
          <p:cNvSpPr txBox="1"/>
          <p:nvPr/>
        </p:nvSpPr>
        <p:spPr>
          <a:xfrm>
            <a:off x="318076" y="2389208"/>
            <a:ext cx="2399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Passenger Name / {{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Ticket_Type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81A371-58C5-50B0-3A9D-43B584D5825F}"/>
              </a:ext>
            </a:extLst>
          </p:cNvPr>
          <p:cNvSpPr txBox="1"/>
          <p:nvPr/>
        </p:nvSpPr>
        <p:spPr>
          <a:xfrm>
            <a:off x="2864845" y="2398535"/>
            <a:ext cx="188383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Ticket Number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Ticket_Number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978F4D-4E6C-8860-4576-90212F3F0556}"/>
              </a:ext>
            </a:extLst>
          </p:cNvPr>
          <p:cNvSpPr txBox="1"/>
          <p:nvPr/>
        </p:nvSpPr>
        <p:spPr>
          <a:xfrm>
            <a:off x="5011956" y="2385357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Booking Reference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PNR_Reference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9B973-D573-D4F6-0460-96A85032D166}"/>
              </a:ext>
            </a:extLst>
          </p:cNvPr>
          <p:cNvSpPr txBox="1"/>
          <p:nvPr/>
        </p:nvSpPr>
        <p:spPr>
          <a:xfrm>
            <a:off x="323238" y="2604323"/>
            <a:ext cx="1743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PAX_name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192</Words>
  <Application>Microsoft Office PowerPoint</Application>
  <PresentationFormat>A4 Paper (210x297 mm)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15</cp:revision>
  <dcterms:created xsi:type="dcterms:W3CDTF">2025-12-15T13:30:07Z</dcterms:created>
  <dcterms:modified xsi:type="dcterms:W3CDTF">2026-01-07T02:33:08Z</dcterms:modified>
</cp:coreProperties>
</file>