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33" autoAdjust="0"/>
    <p:restoredTop sz="94660"/>
  </p:normalViewPr>
  <p:slideViewPr>
    <p:cSldViewPr snapToGrid="0">
      <p:cViewPr varScale="1">
        <p:scale>
          <a:sx n="76" d="100"/>
          <a:sy n="76" d="100"/>
        </p:scale>
        <p:origin x="151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64008" cy="64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307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352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96413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183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60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16018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247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8407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4913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675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E5AEBF-C5F5-4C8B-8293-61D24E0D515D}" type="datetimeFigureOut">
              <a:rPr lang="en-US" smtClean="0"/>
              <a:t>12/23/2025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CA7724-8EB0-4CDD-A57A-56E280C0B0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5914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4DB745C-1799-6B74-293A-1A4E5903B28D}"/>
              </a:ext>
            </a:extLst>
          </p:cNvPr>
          <p:cNvSpPr txBox="1"/>
          <p:nvPr/>
        </p:nvSpPr>
        <p:spPr>
          <a:xfrm>
            <a:off x="312820" y="1151546"/>
            <a:ext cx="32064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agency_name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}}/{{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agency_owner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96978FC-9FE0-2E3C-7A7A-FCB1E988235E}"/>
              </a:ext>
            </a:extLst>
          </p:cNvPr>
          <p:cNvSpPr txBox="1"/>
          <p:nvPr/>
        </p:nvSpPr>
        <p:spPr>
          <a:xfrm>
            <a:off x="312820" y="1459323"/>
            <a:ext cx="311617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agency_email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}}| TEL. {{</a:t>
            </a:r>
            <a:r>
              <a:rPr lang="en-US" sz="900" dirty="0" err="1">
                <a:latin typeface="Arial" panose="020B0604020202020204" pitchFamily="34" charset="0"/>
                <a:cs typeface="Arial" panose="020B0604020202020204" pitchFamily="34" charset="0"/>
              </a:rPr>
              <a:t>agency_phone</a:t>
            </a:r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CD4928-3131-835D-52BE-F74FDA413C3D}"/>
              </a:ext>
            </a:extLst>
          </p:cNvPr>
          <p:cNvSpPr txBox="1"/>
          <p:nvPr/>
        </p:nvSpPr>
        <p:spPr>
          <a:xfrm>
            <a:off x="312820" y="1713239"/>
            <a:ext cx="3025943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050" dirty="0" err="1">
                <a:latin typeface="Arial" panose="020B0604020202020204" pitchFamily="34" charset="0"/>
                <a:cs typeface="Arial" panose="020B0604020202020204" pitchFamily="34" charset="0"/>
              </a:rPr>
              <a:t>agency_address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383D4DC-F81D-8B1C-D706-5DE7E2425F55}"/>
              </a:ext>
            </a:extLst>
          </p:cNvPr>
          <p:cNvSpPr txBox="1"/>
          <p:nvPr/>
        </p:nvSpPr>
        <p:spPr>
          <a:xfrm>
            <a:off x="4811710" y="1390381"/>
            <a:ext cx="209550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e-Ticket Issued: {{</a:t>
            </a:r>
            <a:r>
              <a:rPr lang="en-US" sz="800" dirty="0" err="1">
                <a:latin typeface="Arial" panose="020B0604020202020204" pitchFamily="34" charset="0"/>
                <a:cs typeface="Arial" panose="020B0604020202020204" pitchFamily="34" charset="0"/>
              </a:rPr>
              <a:t>date_now</a:t>
            </a:r>
            <a:r>
              <a:rPr lang="en-US" sz="8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6A96DE-38C4-7EAF-3165-E2F54EB83F56}"/>
              </a:ext>
            </a:extLst>
          </p:cNvPr>
          <p:cNvSpPr txBox="1"/>
          <p:nvPr/>
        </p:nvSpPr>
        <p:spPr>
          <a:xfrm>
            <a:off x="3956125" y="1705853"/>
            <a:ext cx="271117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TEL. 02-2666-0849 | FAX </a:t>
            </a:r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02-2666-0848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8EEADC6-B1B3-5810-D499-F921F0F5BD9B}"/>
              </a:ext>
            </a:extLst>
          </p:cNvPr>
          <p:cNvSpPr txBox="1"/>
          <p:nvPr/>
        </p:nvSpPr>
        <p:spPr>
          <a:xfrm>
            <a:off x="5090712" y="1977418"/>
            <a:ext cx="163433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>
                <a:latin typeface="Arial" panose="020B0604020202020204" pitchFamily="34" charset="0"/>
                <a:cs typeface="Arial" panose="020B0604020202020204" pitchFamily="34" charset="0"/>
              </a:rPr>
              <a:t>https://korbang.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com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E9CF94-4729-9453-086B-867E0D4A1800}"/>
              </a:ext>
            </a:extLst>
          </p:cNvPr>
          <p:cNvSpPr txBox="1"/>
          <p:nvPr/>
        </p:nvSpPr>
        <p:spPr>
          <a:xfrm>
            <a:off x="4297682" y="1097023"/>
            <a:ext cx="242736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e-Ticket Itinerary &amp; Receipt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3C5B66-7FA0-990A-F1FA-7B16BD5C7B37}"/>
              </a:ext>
            </a:extLst>
          </p:cNvPr>
          <p:cNvCxnSpPr/>
          <p:nvPr/>
        </p:nvCxnSpPr>
        <p:spPr>
          <a:xfrm>
            <a:off x="372979" y="2315945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948FD6F8-30A5-45D1-6E70-786A625E9835}"/>
              </a:ext>
            </a:extLst>
          </p:cNvPr>
          <p:cNvSpPr txBox="1"/>
          <p:nvPr/>
        </p:nvSpPr>
        <p:spPr>
          <a:xfrm>
            <a:off x="312819" y="2441586"/>
            <a:ext cx="2095501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Passenger Name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PAX_name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982127D-D526-1DE9-0549-9373A768CB50}"/>
              </a:ext>
            </a:extLst>
          </p:cNvPr>
          <p:cNvSpPr txBox="1"/>
          <p:nvPr/>
        </p:nvSpPr>
        <p:spPr>
          <a:xfrm>
            <a:off x="3499397" y="2436066"/>
            <a:ext cx="1883833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Ticket Number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Ticket_Number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29A065-3166-EEE2-A062-75CD4F5B08F6}"/>
              </a:ext>
            </a:extLst>
          </p:cNvPr>
          <p:cNvSpPr txBox="1"/>
          <p:nvPr/>
        </p:nvSpPr>
        <p:spPr>
          <a:xfrm>
            <a:off x="5142270" y="2448045"/>
            <a:ext cx="1655346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Booking Reference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PNR_Reference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12A460F-9C1A-B8EB-FC61-5C457C4D2C8D}"/>
              </a:ext>
            </a:extLst>
          </p:cNvPr>
          <p:cNvCxnSpPr/>
          <p:nvPr/>
        </p:nvCxnSpPr>
        <p:spPr>
          <a:xfrm>
            <a:off x="364962" y="3051877"/>
            <a:ext cx="624438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981F3F9-BF18-D2D5-A8FF-A1DF3008F9C9}"/>
              </a:ext>
            </a:extLst>
          </p:cNvPr>
          <p:cNvSpPr txBox="1"/>
          <p:nvPr/>
        </p:nvSpPr>
        <p:spPr>
          <a:xfrm>
            <a:off x="336886" y="3185807"/>
            <a:ext cx="46923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3C2C2-6A64-9D29-9D9E-C449DCC73771}"/>
              </a:ext>
            </a:extLst>
          </p:cNvPr>
          <p:cNvSpPr txBox="1"/>
          <p:nvPr/>
        </p:nvSpPr>
        <p:spPr>
          <a:xfrm>
            <a:off x="703846" y="3287476"/>
            <a:ext cx="22178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{{PTN1-Dep}}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D22FD4-01DE-1349-25C9-162D8229F265}"/>
              </a:ext>
            </a:extLst>
          </p:cNvPr>
          <p:cNvSpPr txBox="1"/>
          <p:nvPr/>
        </p:nvSpPr>
        <p:spPr>
          <a:xfrm>
            <a:off x="723900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{{PTN1-Dep-Airport}}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{{PTN1_Date}} {{PTN1_Time}}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139EFE6-E5DF-E447-95AF-63413251241F}"/>
              </a:ext>
            </a:extLst>
          </p:cNvPr>
          <p:cNvSpPr txBox="1"/>
          <p:nvPr/>
        </p:nvSpPr>
        <p:spPr>
          <a:xfrm>
            <a:off x="3118183" y="3287476"/>
            <a:ext cx="2125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{{PTN1-Arr-City}}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{{PTN1-Arr}}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C8EE18E-3FAE-B185-0520-693FAC2DFAE6}"/>
              </a:ext>
            </a:extLst>
          </p:cNvPr>
          <p:cNvSpPr txBox="1"/>
          <p:nvPr/>
        </p:nvSpPr>
        <p:spPr>
          <a:xfrm>
            <a:off x="3138236" y="3896976"/>
            <a:ext cx="221782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{{PTN1-Arr-Airport}}</a:t>
            </a:r>
          </a:p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{{PTN1_Date.</a:t>
            </a:r>
            <a:r>
              <a:rPr lang="en-US" sz="1050">
                <a:latin typeface="Arial" panose="020B0604020202020204" pitchFamily="34" charset="0"/>
                <a:cs typeface="Arial" panose="020B0604020202020204" pitchFamily="34" charset="0"/>
              </a:rPr>
              <a:t>1}} {{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PTN1_Time.1}} (Local Time)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F63ECB-B441-DFA6-887F-AE6374875E33}"/>
              </a:ext>
            </a:extLst>
          </p:cNvPr>
          <p:cNvSpPr txBox="1"/>
          <p:nvPr/>
        </p:nvSpPr>
        <p:spPr>
          <a:xfrm>
            <a:off x="5398444" y="3829747"/>
            <a:ext cx="1142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b="1" dirty="0" err="1">
                <a:latin typeface="Arial" panose="020B0604020202020204" pitchFamily="34" charset="0"/>
                <a:cs typeface="Arial" panose="020B0604020202020204" pitchFamily="34" charset="0"/>
              </a:rPr>
              <a:t>Flight_number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B775DA7F-95AA-383C-B39C-A46DE23B6BA0}"/>
              </a:ext>
            </a:extLst>
          </p:cNvPr>
          <p:cNvCxnSpPr>
            <a:cxnSpLocks/>
          </p:cNvCxnSpPr>
          <p:nvPr/>
        </p:nvCxnSpPr>
        <p:spPr>
          <a:xfrm>
            <a:off x="571502" y="4791911"/>
            <a:ext cx="5641338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8A9DF44-EC30-3FD5-561E-D9ED31B3E299}"/>
              </a:ext>
            </a:extLst>
          </p:cNvPr>
          <p:cNvSpPr txBox="1"/>
          <p:nvPr/>
        </p:nvSpPr>
        <p:spPr>
          <a:xfrm>
            <a:off x="615614" y="4935753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Class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5F10EA-C2BB-0FAE-D4F1-839BFCE0734A}"/>
              </a:ext>
            </a:extLst>
          </p:cNvPr>
          <p:cNvSpPr txBox="1"/>
          <p:nvPr/>
        </p:nvSpPr>
        <p:spPr>
          <a:xfrm>
            <a:off x="615614" y="5366097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Baggage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24000A-9F2D-4FB1-F8F3-8BFDAA1E759F}"/>
              </a:ext>
            </a:extLst>
          </p:cNvPr>
          <p:cNvSpPr txBox="1"/>
          <p:nvPr/>
        </p:nvSpPr>
        <p:spPr>
          <a:xfrm>
            <a:off x="1390463" y="4974550"/>
            <a:ext cx="112556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Y (Economy)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F0F6855-FEFA-1FF8-C72C-4B54CFDF3CAC}"/>
              </a:ext>
            </a:extLst>
          </p:cNvPr>
          <p:cNvSpPr txBox="1"/>
          <p:nvPr/>
        </p:nvSpPr>
        <p:spPr>
          <a:xfrm>
            <a:off x="1378440" y="5403197"/>
            <a:ext cx="2152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Check in Luggage: 23kg + 23kg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BE0853-E893-7D1E-BD3E-2702759BD5F2}"/>
              </a:ext>
            </a:extLst>
          </p:cNvPr>
          <p:cNvSpPr txBox="1"/>
          <p:nvPr/>
        </p:nvSpPr>
        <p:spPr>
          <a:xfrm>
            <a:off x="3154182" y="4955955"/>
            <a:ext cx="816709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Status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3709440-47D9-DA8D-0DF2-88716072A22B}"/>
              </a:ext>
            </a:extLst>
          </p:cNvPr>
          <p:cNvSpPr txBox="1"/>
          <p:nvPr/>
        </p:nvSpPr>
        <p:spPr>
          <a:xfrm>
            <a:off x="3184798" y="5474502"/>
            <a:ext cx="902065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Aircraft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5B7142-C8E0-2E13-5971-C30CDABD217C}"/>
              </a:ext>
            </a:extLst>
          </p:cNvPr>
          <p:cNvSpPr txBox="1"/>
          <p:nvPr/>
        </p:nvSpPr>
        <p:spPr>
          <a:xfrm>
            <a:off x="3956124" y="4993500"/>
            <a:ext cx="1125560" cy="2308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OK(Confirmed)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C81BE1-0879-5E6C-997C-71879281AF9F}"/>
              </a:ext>
            </a:extLst>
          </p:cNvPr>
          <p:cNvSpPr txBox="1"/>
          <p:nvPr/>
        </p:nvSpPr>
        <p:spPr>
          <a:xfrm>
            <a:off x="3956124" y="5500658"/>
            <a:ext cx="113925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BOEING 737-8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A83143-959B-B9B4-321B-001C4B6D889E}"/>
              </a:ext>
            </a:extLst>
          </p:cNvPr>
          <p:cNvSpPr txBox="1"/>
          <p:nvPr/>
        </p:nvSpPr>
        <p:spPr>
          <a:xfrm>
            <a:off x="4997916" y="5190841"/>
            <a:ext cx="1042269" cy="26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Flight Time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E75E25-8CBE-F309-CAD3-A7E102426539}"/>
              </a:ext>
            </a:extLst>
          </p:cNvPr>
          <p:cNvSpPr txBox="1"/>
          <p:nvPr/>
        </p:nvSpPr>
        <p:spPr>
          <a:xfrm>
            <a:off x="5781666" y="5211689"/>
            <a:ext cx="94338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{{Fly_time_1}}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27EF71-7F32-160A-97CB-90BDAECCC3C5}"/>
              </a:ext>
            </a:extLst>
          </p:cNvPr>
          <p:cNvCxnSpPr>
            <a:cxnSpLocks/>
          </p:cNvCxnSpPr>
          <p:nvPr/>
        </p:nvCxnSpPr>
        <p:spPr>
          <a:xfrm>
            <a:off x="580689" y="6039853"/>
            <a:ext cx="5632151" cy="0"/>
          </a:xfrm>
          <a:prstGeom prst="line">
            <a:avLst/>
          </a:prstGeom>
          <a:ln w="127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3" name="Graphic 82" descr="Take Off with solid fill">
            <a:extLst>
              <a:ext uri="{FF2B5EF4-FFF2-40B4-BE49-F238E27FC236}">
                <a16:creationId xmlns:a16="http://schemas.microsoft.com/office/drawing/2014/main" id="{A989D7DE-20A3-DA3F-5947-2670E7D433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43845" y="3680026"/>
            <a:ext cx="388103" cy="38810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7ED2E72-96A6-659A-46B2-D928DDDBE535}"/>
              </a:ext>
            </a:extLst>
          </p:cNvPr>
          <p:cNvSpPr txBox="1"/>
          <p:nvPr/>
        </p:nvSpPr>
        <p:spPr>
          <a:xfrm>
            <a:off x="1378440" y="5607712"/>
            <a:ext cx="2004361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latin typeface="Arial" panose="020B0604020202020204" pitchFamily="34" charset="0"/>
                <a:cs typeface="Arial" panose="020B0604020202020204" pitchFamily="34" charset="0"/>
              </a:rPr>
              <a:t>Cabin Luggage : 10kg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agency_logo">
            <a:extLst>
              <a:ext uri="{FF2B5EF4-FFF2-40B4-BE49-F238E27FC236}">
                <a16:creationId xmlns:a16="http://schemas.microsoft.com/office/drawing/2014/main" id="{8B9EFC9D-55C3-E1EB-6EE0-B9CCC4FEC32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30352" y="402336"/>
            <a:ext cx="1051560" cy="612648"/>
          </a:xfrm>
          <a:prstGeom prst="rect">
            <a:avLst/>
          </a:prstGeom>
        </p:spPr>
      </p:pic>
      <p:pic>
        <p:nvPicPr>
          <p:cNvPr id="10" name="Picture 9" descr="A red letter on a black background&#10;&#10;AI-generated content may be incorrect.">
            <a:extLst>
              <a:ext uri="{FF2B5EF4-FFF2-40B4-BE49-F238E27FC236}">
                <a16:creationId xmlns:a16="http://schemas.microsoft.com/office/drawing/2014/main" id="{515D8125-04C2-65FB-D26D-25557954F6E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2462" y="3425722"/>
            <a:ext cx="793999" cy="335589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AECDD4A-7F82-E538-9129-5FF915B201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73168" y="283464"/>
            <a:ext cx="1563624" cy="786156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D9F459-B321-806F-D8B7-8F921A81A0FF}"/>
              </a:ext>
            </a:extLst>
          </p:cNvPr>
          <p:cNvSpPr txBox="1"/>
          <p:nvPr/>
        </p:nvSpPr>
        <p:spPr>
          <a:xfrm>
            <a:off x="435468" y="6236014"/>
            <a:ext cx="1128412" cy="2539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Extra Luggage :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487A792-D392-8F1F-6002-5E16920C2D08}"/>
              </a:ext>
            </a:extLst>
          </p:cNvPr>
          <p:cNvSpPr txBox="1"/>
          <p:nvPr/>
        </p:nvSpPr>
        <p:spPr>
          <a:xfrm>
            <a:off x="1497738" y="6231298"/>
            <a:ext cx="1640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23 kg 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× </a:t>
            </a:r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{{EMD1}}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59A9D0-EEF6-BA43-CA98-D74349C3C738}"/>
              </a:ext>
            </a:extLst>
          </p:cNvPr>
          <p:cNvSpPr txBox="1"/>
          <p:nvPr/>
        </p:nvSpPr>
        <p:spPr>
          <a:xfrm>
            <a:off x="2163609" y="2537691"/>
            <a:ext cx="12191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Ticket_Type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E1DF92-3BAD-5213-8547-1E8F9646BB0B}"/>
              </a:ext>
            </a:extLst>
          </p:cNvPr>
          <p:cNvSpPr txBox="1"/>
          <p:nvPr/>
        </p:nvSpPr>
        <p:spPr>
          <a:xfrm>
            <a:off x="372979" y="6890038"/>
            <a:ext cx="343954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latin typeface="Arial" panose="020B0604020202020204" pitchFamily="34" charset="0"/>
                <a:cs typeface="Arial" panose="020B0604020202020204" pitchFamily="34" charset="0"/>
              </a:rPr>
              <a:t>* This Ticket is issued by Airline Chater Operator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56565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</TotalTime>
  <Words>188</Words>
  <Application>Microsoft Office PowerPoint</Application>
  <PresentationFormat>A4 Paper (210x297 mm)</PresentationFormat>
  <Paragraphs>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shehab rehan</dc:creator>
  <cp:lastModifiedBy>shehab rehan</cp:lastModifiedBy>
  <cp:revision>8</cp:revision>
  <dcterms:created xsi:type="dcterms:W3CDTF">2025-12-15T13:30:07Z</dcterms:created>
  <dcterms:modified xsi:type="dcterms:W3CDTF">2025-12-23T07:07:47Z</dcterms:modified>
</cp:coreProperties>
</file>