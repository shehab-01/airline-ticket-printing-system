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386" autoAdjust="0"/>
    <p:restoredTop sz="94660"/>
  </p:normalViewPr>
  <p:slideViewPr>
    <p:cSldViewPr snapToGrid="0">
      <p:cViewPr>
        <p:scale>
          <a:sx n="150" d="100"/>
          <a:sy n="150" d="100"/>
        </p:scale>
        <p:origin x="1548" y="108"/>
      </p:cViewPr>
      <p:guideLst>
        <p:guide orient="horz" pos="312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64008" cy="64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8475D-D9BF-4C0A-9777-A572295EC9D6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6170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8475D-D9BF-4C0A-9777-A572295EC9D6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1017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8475D-D9BF-4C0A-9777-A572295EC9D6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45248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8475D-D9BF-4C0A-9777-A572295EC9D6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0435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8475D-D9BF-4C0A-9777-A572295EC9D6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9017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8475D-D9BF-4C0A-9777-A572295EC9D6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0675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8475D-D9BF-4C0A-9777-A572295EC9D6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172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8475D-D9BF-4C0A-9777-A572295EC9D6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6607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8475D-D9BF-4C0A-9777-A572295EC9D6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4190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8475D-D9BF-4C0A-9777-A572295EC9D6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1025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8475D-D9BF-4C0A-9777-A572295EC9D6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46722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A8475D-D9BF-4C0A-9777-A572295EC9D6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683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4DB745C-1799-6B74-293A-1A4E5903B28D}"/>
              </a:ext>
            </a:extLst>
          </p:cNvPr>
          <p:cNvSpPr txBox="1"/>
          <p:nvPr/>
        </p:nvSpPr>
        <p:spPr>
          <a:xfrm>
            <a:off x="312820" y="1151546"/>
            <a:ext cx="32064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agency_name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}}/{{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agency_owner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6978FC-9FE0-2E3C-7A7A-FCB1E988235E}"/>
              </a:ext>
            </a:extLst>
          </p:cNvPr>
          <p:cNvSpPr txBox="1"/>
          <p:nvPr/>
        </p:nvSpPr>
        <p:spPr>
          <a:xfrm>
            <a:off x="312820" y="1459323"/>
            <a:ext cx="311617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sz="900" dirty="0" err="1">
                <a:latin typeface="Arial" panose="020B0604020202020204" pitchFamily="34" charset="0"/>
                <a:cs typeface="Arial" panose="020B0604020202020204" pitchFamily="34" charset="0"/>
              </a:rPr>
              <a:t>agency_email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}}| TEL. {{</a:t>
            </a:r>
            <a:r>
              <a:rPr lang="en-US" sz="900" dirty="0" err="1">
                <a:latin typeface="Arial" panose="020B0604020202020204" pitchFamily="34" charset="0"/>
                <a:cs typeface="Arial" panose="020B0604020202020204" pitchFamily="34" charset="0"/>
              </a:rPr>
              <a:t>agency_phone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  <a:endParaRPr lang="en-US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CD4928-3131-835D-52BE-F74FDA413C3D}"/>
              </a:ext>
            </a:extLst>
          </p:cNvPr>
          <p:cNvSpPr txBox="1"/>
          <p:nvPr/>
        </p:nvSpPr>
        <p:spPr>
          <a:xfrm>
            <a:off x="312820" y="1713239"/>
            <a:ext cx="302594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sz="1050" dirty="0" err="1">
                <a:latin typeface="Arial" panose="020B0604020202020204" pitchFamily="34" charset="0"/>
                <a:cs typeface="Arial" panose="020B0604020202020204" pitchFamily="34" charset="0"/>
              </a:rPr>
              <a:t>agency_address</a:t>
            </a: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83D4DC-F81D-8B1C-D706-5DE7E2425F55}"/>
              </a:ext>
            </a:extLst>
          </p:cNvPr>
          <p:cNvSpPr txBox="1"/>
          <p:nvPr/>
        </p:nvSpPr>
        <p:spPr>
          <a:xfrm>
            <a:off x="4811710" y="1390381"/>
            <a:ext cx="20955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e-Ticket Issued: {{</a:t>
            </a:r>
            <a:r>
              <a:rPr lang="en-US" sz="800" dirty="0" err="1">
                <a:latin typeface="Arial" panose="020B0604020202020204" pitchFamily="34" charset="0"/>
                <a:cs typeface="Arial" panose="020B0604020202020204" pitchFamily="34" charset="0"/>
              </a:rPr>
              <a:t>date_now</a:t>
            </a:r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6A96DE-38C4-7EAF-3165-E2F54EB83F56}"/>
              </a:ext>
            </a:extLst>
          </p:cNvPr>
          <p:cNvSpPr txBox="1"/>
          <p:nvPr/>
        </p:nvSpPr>
        <p:spPr>
          <a:xfrm>
            <a:off x="3970891" y="1705853"/>
            <a:ext cx="26964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TEL. 02-2666-0849 | FAX 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02-2666-0848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8EEADC6-B1B3-5810-D499-F921F0F5BD9B}"/>
              </a:ext>
            </a:extLst>
          </p:cNvPr>
          <p:cNvSpPr txBox="1"/>
          <p:nvPr/>
        </p:nvSpPr>
        <p:spPr>
          <a:xfrm>
            <a:off x="5090712" y="1977418"/>
            <a:ext cx="163433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https://korbang.com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E9CF94-4729-9453-086B-867E0D4A1800}"/>
              </a:ext>
            </a:extLst>
          </p:cNvPr>
          <p:cNvSpPr txBox="1"/>
          <p:nvPr/>
        </p:nvSpPr>
        <p:spPr>
          <a:xfrm>
            <a:off x="4297682" y="1097023"/>
            <a:ext cx="24273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e-Ticket Itinerary &amp; Receipt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73C5B66-7FA0-990A-F1FA-7B16BD5C7B37}"/>
              </a:ext>
            </a:extLst>
          </p:cNvPr>
          <p:cNvCxnSpPr/>
          <p:nvPr/>
        </p:nvCxnSpPr>
        <p:spPr>
          <a:xfrm>
            <a:off x="372979" y="2315945"/>
            <a:ext cx="62443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48FD6F8-30A5-45D1-6E70-786A625E9835}"/>
              </a:ext>
            </a:extLst>
          </p:cNvPr>
          <p:cNvSpPr txBox="1"/>
          <p:nvPr/>
        </p:nvSpPr>
        <p:spPr>
          <a:xfrm>
            <a:off x="312819" y="2441586"/>
            <a:ext cx="2095501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Passenger Name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PAX_name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982127D-D526-1DE9-0549-9373A768CB50}"/>
              </a:ext>
            </a:extLst>
          </p:cNvPr>
          <p:cNvSpPr txBox="1"/>
          <p:nvPr/>
        </p:nvSpPr>
        <p:spPr>
          <a:xfrm>
            <a:off x="3499397" y="2436066"/>
            <a:ext cx="1883833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Ticket Number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Ticket_Number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529A065-3166-EEE2-A062-75CD4F5B08F6}"/>
              </a:ext>
            </a:extLst>
          </p:cNvPr>
          <p:cNvSpPr txBox="1"/>
          <p:nvPr/>
        </p:nvSpPr>
        <p:spPr>
          <a:xfrm>
            <a:off x="5142270" y="2448045"/>
            <a:ext cx="1655346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Booking Reference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PNR_Reference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12A460F-9C1A-B8EB-FC61-5C457C4D2C8D}"/>
              </a:ext>
            </a:extLst>
          </p:cNvPr>
          <p:cNvCxnSpPr/>
          <p:nvPr/>
        </p:nvCxnSpPr>
        <p:spPr>
          <a:xfrm>
            <a:off x="364962" y="3051877"/>
            <a:ext cx="62443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F981F3F9-BF18-D2D5-A8FF-A1DF3008F9C9}"/>
              </a:ext>
            </a:extLst>
          </p:cNvPr>
          <p:cNvSpPr txBox="1"/>
          <p:nvPr/>
        </p:nvSpPr>
        <p:spPr>
          <a:xfrm>
            <a:off x="336886" y="3185807"/>
            <a:ext cx="46923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6A3C2C2-6A64-9D29-9D9E-C449DCC73771}"/>
              </a:ext>
            </a:extLst>
          </p:cNvPr>
          <p:cNvSpPr txBox="1"/>
          <p:nvPr/>
        </p:nvSpPr>
        <p:spPr>
          <a:xfrm>
            <a:off x="703846" y="3287476"/>
            <a:ext cx="22178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{{PTN1-Dep-City}}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{{PTN1-Dep}}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D22FD4-01DE-1349-25C9-162D8229F265}"/>
              </a:ext>
            </a:extLst>
          </p:cNvPr>
          <p:cNvSpPr txBox="1"/>
          <p:nvPr/>
        </p:nvSpPr>
        <p:spPr>
          <a:xfrm>
            <a:off x="723900" y="3896976"/>
            <a:ext cx="221782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{{PTN1-Dep-Airport}}</a:t>
            </a:r>
          </a:p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{{PTN1_Date}} {{PTN1_Time}} (Local Time)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139EFE6-E5DF-E447-95AF-63413251241F}"/>
              </a:ext>
            </a:extLst>
          </p:cNvPr>
          <p:cNvSpPr txBox="1"/>
          <p:nvPr/>
        </p:nvSpPr>
        <p:spPr>
          <a:xfrm>
            <a:off x="3118183" y="3287476"/>
            <a:ext cx="21255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{{PTN1-Arr-City}}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{{PTN1-Arr}}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C8EE18E-3FAE-B185-0520-693FAC2DFAE6}"/>
              </a:ext>
            </a:extLst>
          </p:cNvPr>
          <p:cNvSpPr txBox="1"/>
          <p:nvPr/>
        </p:nvSpPr>
        <p:spPr>
          <a:xfrm>
            <a:off x="3138236" y="3896976"/>
            <a:ext cx="221782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{{PTN1-Arr-Airport}}</a:t>
            </a:r>
          </a:p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{{PTN1_Date.1}} {{PTN1_Time.1}} (Local Time)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F63ECB-B441-DFA6-887F-AE6374875E33}"/>
              </a:ext>
            </a:extLst>
          </p:cNvPr>
          <p:cNvSpPr txBox="1"/>
          <p:nvPr/>
        </p:nvSpPr>
        <p:spPr>
          <a:xfrm>
            <a:off x="5398444" y="3829747"/>
            <a:ext cx="11429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Flight_number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775DA7F-95AA-383C-B39C-A46DE23B6BA0}"/>
              </a:ext>
            </a:extLst>
          </p:cNvPr>
          <p:cNvCxnSpPr>
            <a:cxnSpLocks/>
          </p:cNvCxnSpPr>
          <p:nvPr/>
        </p:nvCxnSpPr>
        <p:spPr>
          <a:xfrm>
            <a:off x="571502" y="4791911"/>
            <a:ext cx="5641338" cy="0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8A9DF44-EC30-3FD5-561E-D9ED31B3E299}"/>
              </a:ext>
            </a:extLst>
          </p:cNvPr>
          <p:cNvSpPr txBox="1"/>
          <p:nvPr/>
        </p:nvSpPr>
        <p:spPr>
          <a:xfrm>
            <a:off x="615614" y="4935753"/>
            <a:ext cx="90206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Class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E5F10EA-C2BB-0FAE-D4F1-839BFCE0734A}"/>
              </a:ext>
            </a:extLst>
          </p:cNvPr>
          <p:cNvSpPr txBox="1"/>
          <p:nvPr/>
        </p:nvSpPr>
        <p:spPr>
          <a:xfrm>
            <a:off x="615614" y="5366097"/>
            <a:ext cx="90206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Baggage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324000A-9F2D-4FB1-F8F3-8BFDAA1E759F}"/>
              </a:ext>
            </a:extLst>
          </p:cNvPr>
          <p:cNvSpPr txBox="1"/>
          <p:nvPr/>
        </p:nvSpPr>
        <p:spPr>
          <a:xfrm>
            <a:off x="1390463" y="4974550"/>
            <a:ext cx="112556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Y (Economy)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F0F6855-FEFA-1FF8-C72C-4B54CFDF3CAC}"/>
              </a:ext>
            </a:extLst>
          </p:cNvPr>
          <p:cNvSpPr txBox="1"/>
          <p:nvPr/>
        </p:nvSpPr>
        <p:spPr>
          <a:xfrm>
            <a:off x="1378440" y="5403197"/>
            <a:ext cx="215258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Check in Luggage: 23kg + 23kg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BBE0853-E893-7D1E-BD3E-2702759BD5F2}"/>
              </a:ext>
            </a:extLst>
          </p:cNvPr>
          <p:cNvSpPr txBox="1"/>
          <p:nvPr/>
        </p:nvSpPr>
        <p:spPr>
          <a:xfrm>
            <a:off x="3154182" y="4955955"/>
            <a:ext cx="81670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Status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709440-47D9-DA8D-0DF2-88716072A22B}"/>
              </a:ext>
            </a:extLst>
          </p:cNvPr>
          <p:cNvSpPr txBox="1"/>
          <p:nvPr/>
        </p:nvSpPr>
        <p:spPr>
          <a:xfrm>
            <a:off x="3184798" y="5474502"/>
            <a:ext cx="90206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Aircraft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75B7142-C8E0-2E13-5971-C30CDABD217C}"/>
              </a:ext>
            </a:extLst>
          </p:cNvPr>
          <p:cNvSpPr txBox="1"/>
          <p:nvPr/>
        </p:nvSpPr>
        <p:spPr>
          <a:xfrm>
            <a:off x="3956124" y="4993500"/>
            <a:ext cx="1125560" cy="2308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OK(Confirmed)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BC81BE1-0879-5E6C-997C-71879281AF9F}"/>
              </a:ext>
            </a:extLst>
          </p:cNvPr>
          <p:cNvSpPr txBox="1"/>
          <p:nvPr/>
        </p:nvSpPr>
        <p:spPr>
          <a:xfrm>
            <a:off x="3956124" y="5500658"/>
            <a:ext cx="113925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BOEING 737-8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EA83143-959B-B9B4-321B-001C4B6D889E}"/>
              </a:ext>
            </a:extLst>
          </p:cNvPr>
          <p:cNvSpPr txBox="1"/>
          <p:nvPr/>
        </p:nvSpPr>
        <p:spPr>
          <a:xfrm>
            <a:off x="4997916" y="5190841"/>
            <a:ext cx="1042269" cy="26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Flight Time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9E75E25-8CBE-F309-CAD3-A7E102426539}"/>
              </a:ext>
            </a:extLst>
          </p:cNvPr>
          <p:cNvSpPr txBox="1"/>
          <p:nvPr/>
        </p:nvSpPr>
        <p:spPr>
          <a:xfrm>
            <a:off x="5781666" y="5211689"/>
            <a:ext cx="9020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{{Fly_time_1}}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B27EF71-7F32-160A-97CB-90BDAECCC3C5}"/>
              </a:ext>
            </a:extLst>
          </p:cNvPr>
          <p:cNvCxnSpPr>
            <a:cxnSpLocks/>
          </p:cNvCxnSpPr>
          <p:nvPr/>
        </p:nvCxnSpPr>
        <p:spPr>
          <a:xfrm>
            <a:off x="580689" y="6039853"/>
            <a:ext cx="5632151" cy="0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282C7D3E-2603-57EC-FC15-75D7FFD1842C}"/>
              </a:ext>
            </a:extLst>
          </p:cNvPr>
          <p:cNvCxnSpPr/>
          <p:nvPr/>
        </p:nvCxnSpPr>
        <p:spPr>
          <a:xfrm>
            <a:off x="401055" y="6257817"/>
            <a:ext cx="62443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1DED2EB4-B539-9338-8F8F-1502B811908E}"/>
              </a:ext>
            </a:extLst>
          </p:cNvPr>
          <p:cNvSpPr txBox="1"/>
          <p:nvPr/>
        </p:nvSpPr>
        <p:spPr>
          <a:xfrm>
            <a:off x="372979" y="6452707"/>
            <a:ext cx="46923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03BFF54-2C5B-3A19-CE11-97EF8D6EFF97}"/>
              </a:ext>
            </a:extLst>
          </p:cNvPr>
          <p:cNvSpPr txBox="1"/>
          <p:nvPr/>
        </p:nvSpPr>
        <p:spPr>
          <a:xfrm>
            <a:off x="739939" y="6554376"/>
            <a:ext cx="2157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{{PTN2-Dep-City}}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{{PTN2-Dep}}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592B00D-8451-F8B5-AF81-8BD9E6095387}"/>
              </a:ext>
            </a:extLst>
          </p:cNvPr>
          <p:cNvSpPr txBox="1"/>
          <p:nvPr/>
        </p:nvSpPr>
        <p:spPr>
          <a:xfrm>
            <a:off x="759993" y="7163876"/>
            <a:ext cx="221782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{{PTN2-Dep-Airport}}</a:t>
            </a:r>
          </a:p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{{PTN2_Date}} {{PTN2_Time}} (Local Time)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640AE79-E486-2853-DBB5-F97B06C34207}"/>
              </a:ext>
            </a:extLst>
          </p:cNvPr>
          <p:cNvSpPr txBox="1"/>
          <p:nvPr/>
        </p:nvSpPr>
        <p:spPr>
          <a:xfrm>
            <a:off x="3154276" y="6554376"/>
            <a:ext cx="223185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{{PTN2-Arr-City}}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{{PTN2-Arr}}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18D3A57-F646-E0B9-6FDE-FC2F6FDC3602}"/>
              </a:ext>
            </a:extLst>
          </p:cNvPr>
          <p:cNvSpPr txBox="1"/>
          <p:nvPr/>
        </p:nvSpPr>
        <p:spPr>
          <a:xfrm>
            <a:off x="3174329" y="7163876"/>
            <a:ext cx="221782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{{PTN2-Arr-Airport}}</a:t>
            </a:r>
          </a:p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{{PTN2_Date.1}}{{PTN2_Time.1}} (Local Time)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4888711C-64D4-50DA-460E-D98B9CB9F570}"/>
              </a:ext>
            </a:extLst>
          </p:cNvPr>
          <p:cNvCxnSpPr>
            <a:cxnSpLocks/>
          </p:cNvCxnSpPr>
          <p:nvPr/>
        </p:nvCxnSpPr>
        <p:spPr>
          <a:xfrm>
            <a:off x="607595" y="7962291"/>
            <a:ext cx="5641338" cy="0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00728419-6864-85ED-F0CE-567C59345156}"/>
              </a:ext>
            </a:extLst>
          </p:cNvPr>
          <p:cNvCxnSpPr>
            <a:cxnSpLocks/>
          </p:cNvCxnSpPr>
          <p:nvPr/>
        </p:nvCxnSpPr>
        <p:spPr>
          <a:xfrm>
            <a:off x="616782" y="9139113"/>
            <a:ext cx="5632151" cy="0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3" name="Graphic 82" descr="Take Off with solid fill">
            <a:extLst>
              <a:ext uri="{FF2B5EF4-FFF2-40B4-BE49-F238E27FC236}">
                <a16:creationId xmlns:a16="http://schemas.microsoft.com/office/drawing/2014/main" id="{A989D7DE-20A3-DA3F-5947-2670E7D433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43845" y="3680026"/>
            <a:ext cx="388103" cy="388103"/>
          </a:xfrm>
          <a:prstGeom prst="rect">
            <a:avLst/>
          </a:prstGeom>
        </p:spPr>
      </p:pic>
      <p:pic>
        <p:nvPicPr>
          <p:cNvPr id="84" name="Graphic 83" descr="Take Off with solid fill">
            <a:extLst>
              <a:ext uri="{FF2B5EF4-FFF2-40B4-BE49-F238E27FC236}">
                <a16:creationId xmlns:a16="http://schemas.microsoft.com/office/drawing/2014/main" id="{04FD29E6-5B64-6F97-20F7-6DC6DE1DD0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12026" y="6890706"/>
            <a:ext cx="388103" cy="3881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7ED2E72-96A6-659A-46B2-D928DDDBE535}"/>
              </a:ext>
            </a:extLst>
          </p:cNvPr>
          <p:cNvSpPr txBox="1"/>
          <p:nvPr/>
        </p:nvSpPr>
        <p:spPr>
          <a:xfrm>
            <a:off x="1378440" y="5607712"/>
            <a:ext cx="200436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Cabin Luggage : 10kg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33C04C-8592-6A52-5459-FB74612BD163}"/>
              </a:ext>
            </a:extLst>
          </p:cNvPr>
          <p:cNvSpPr txBox="1"/>
          <p:nvPr/>
        </p:nvSpPr>
        <p:spPr>
          <a:xfrm>
            <a:off x="617991" y="8102365"/>
            <a:ext cx="90206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Class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4CA806-6F55-19BC-1D7D-DEC4E2E2FCFA}"/>
              </a:ext>
            </a:extLst>
          </p:cNvPr>
          <p:cNvSpPr txBox="1"/>
          <p:nvPr/>
        </p:nvSpPr>
        <p:spPr>
          <a:xfrm>
            <a:off x="617991" y="8532709"/>
            <a:ext cx="90206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Baggage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9A3249-6E74-5503-7F0A-693FD230C090}"/>
              </a:ext>
            </a:extLst>
          </p:cNvPr>
          <p:cNvSpPr txBox="1"/>
          <p:nvPr/>
        </p:nvSpPr>
        <p:spPr>
          <a:xfrm>
            <a:off x="1390463" y="8115203"/>
            <a:ext cx="112556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Y (Economy)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4B20194-6BD2-7A2D-EB12-406A1D2E8717}"/>
              </a:ext>
            </a:extLst>
          </p:cNvPr>
          <p:cNvSpPr txBox="1"/>
          <p:nvPr/>
        </p:nvSpPr>
        <p:spPr>
          <a:xfrm>
            <a:off x="1378440" y="8566053"/>
            <a:ext cx="215258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Check in Luggage: 23kg + 23kg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3A6EA3C-AD8D-C343-B7BA-82950E183D16}"/>
              </a:ext>
            </a:extLst>
          </p:cNvPr>
          <p:cNvSpPr txBox="1"/>
          <p:nvPr/>
        </p:nvSpPr>
        <p:spPr>
          <a:xfrm>
            <a:off x="3156560" y="8122567"/>
            <a:ext cx="65973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Status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4684BE-CE6A-548D-5EA4-AB0910F14495}"/>
              </a:ext>
            </a:extLst>
          </p:cNvPr>
          <p:cNvSpPr txBox="1"/>
          <p:nvPr/>
        </p:nvSpPr>
        <p:spPr>
          <a:xfrm>
            <a:off x="3187175" y="8641114"/>
            <a:ext cx="90206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Aircraft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049081-09EE-2B0C-8DBD-C84E445456C4}"/>
              </a:ext>
            </a:extLst>
          </p:cNvPr>
          <p:cNvSpPr txBox="1"/>
          <p:nvPr/>
        </p:nvSpPr>
        <p:spPr>
          <a:xfrm>
            <a:off x="3958501" y="8160112"/>
            <a:ext cx="1125560" cy="2308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OK(Confirmed)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F814573-09C4-3EA9-355B-FD5FF41416BE}"/>
              </a:ext>
            </a:extLst>
          </p:cNvPr>
          <p:cNvSpPr txBox="1"/>
          <p:nvPr/>
        </p:nvSpPr>
        <p:spPr>
          <a:xfrm>
            <a:off x="3958501" y="8667270"/>
            <a:ext cx="9696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BOEING 737-8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E9CA9A9-D13E-A151-4A49-6358EB7F91AF}"/>
              </a:ext>
            </a:extLst>
          </p:cNvPr>
          <p:cNvSpPr txBox="1"/>
          <p:nvPr/>
        </p:nvSpPr>
        <p:spPr>
          <a:xfrm>
            <a:off x="5000293" y="8357454"/>
            <a:ext cx="96965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Flight Time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C1B19B9-C905-27CA-23DB-6D7C74BB73AD}"/>
              </a:ext>
            </a:extLst>
          </p:cNvPr>
          <p:cNvSpPr txBox="1"/>
          <p:nvPr/>
        </p:nvSpPr>
        <p:spPr>
          <a:xfrm>
            <a:off x="1380534" y="8775325"/>
            <a:ext cx="200436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Cabin Luggage : 10kg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822E257-D8B1-4B01-B32A-3047F195FBBF}"/>
              </a:ext>
            </a:extLst>
          </p:cNvPr>
          <p:cNvSpPr txBox="1"/>
          <p:nvPr/>
        </p:nvSpPr>
        <p:spPr>
          <a:xfrm>
            <a:off x="5768877" y="8376483"/>
            <a:ext cx="102873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{{Fly_time_2}}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agency_logo">
            <a:extLst>
              <a:ext uri="{FF2B5EF4-FFF2-40B4-BE49-F238E27FC236}">
                <a16:creationId xmlns:a16="http://schemas.microsoft.com/office/drawing/2014/main" id="{8B9EFC9D-55C3-E1EB-6EE0-B9CCC4FEC32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/>
          </p:cNvPicPr>
          <p:nvPr/>
        </p:nvPicPr>
        <p:blipFill>
          <a:blip r:embed="rId4">
            <a:duotone>
              <a:prstClr val="black"/>
              <a:schemeClr val="bg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1343" y="404053"/>
            <a:ext cx="1052622" cy="613564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0" name="Picture 9" descr="A red letter on a black background&#10;&#10;AI-generated content may be incorrect.">
            <a:extLst>
              <a:ext uri="{FF2B5EF4-FFF2-40B4-BE49-F238E27FC236}">
                <a16:creationId xmlns:a16="http://schemas.microsoft.com/office/drawing/2014/main" id="{515D8125-04C2-65FB-D26D-25557954F6E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2462" y="3425722"/>
            <a:ext cx="793999" cy="335589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275EF79F-A164-7AA2-3929-FE10B7AB5EC4}"/>
              </a:ext>
            </a:extLst>
          </p:cNvPr>
          <p:cNvSpPr txBox="1"/>
          <p:nvPr/>
        </p:nvSpPr>
        <p:spPr>
          <a:xfrm>
            <a:off x="5466352" y="7191845"/>
            <a:ext cx="11429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{{Flight_number.1}}</a:t>
            </a:r>
          </a:p>
        </p:txBody>
      </p:sp>
      <p:pic>
        <p:nvPicPr>
          <p:cNvPr id="51" name="Picture 50" descr="A red letter on a black background&#10;&#10;AI-generated content may be incorrect.">
            <a:extLst>
              <a:ext uri="{FF2B5EF4-FFF2-40B4-BE49-F238E27FC236}">
                <a16:creationId xmlns:a16="http://schemas.microsoft.com/office/drawing/2014/main" id="{E1E18879-F7B4-17D1-0387-82B1904285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0370" y="6787820"/>
            <a:ext cx="793999" cy="335589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CAECDD4A-7F82-E538-9129-5FF915B2014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776654" y="281717"/>
            <a:ext cx="1559038" cy="78385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DD9F459-B321-806F-D8B7-8F921A81A0FF}"/>
              </a:ext>
            </a:extLst>
          </p:cNvPr>
          <p:cNvSpPr txBox="1"/>
          <p:nvPr/>
        </p:nvSpPr>
        <p:spPr>
          <a:xfrm>
            <a:off x="510773" y="9500289"/>
            <a:ext cx="34395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* This Ticket is issued by Airline Chater Operator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487A792-D392-8F1F-6002-5E16920C2D08}"/>
              </a:ext>
            </a:extLst>
          </p:cNvPr>
          <p:cNvSpPr txBox="1"/>
          <p:nvPr/>
        </p:nvSpPr>
        <p:spPr>
          <a:xfrm>
            <a:off x="1574376" y="6006297"/>
            <a:ext cx="16404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23 kg 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× </a:t>
            </a: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{{EMD1}}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559A9D0-EEF6-BA43-CA98-D74349C3C738}"/>
              </a:ext>
            </a:extLst>
          </p:cNvPr>
          <p:cNvSpPr txBox="1"/>
          <p:nvPr/>
        </p:nvSpPr>
        <p:spPr>
          <a:xfrm>
            <a:off x="1924051" y="2537691"/>
            <a:ext cx="12191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Ticket_Type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DC42BB5-B78D-B354-5886-A1B6F3621347}"/>
              </a:ext>
            </a:extLst>
          </p:cNvPr>
          <p:cNvSpPr txBox="1"/>
          <p:nvPr/>
        </p:nvSpPr>
        <p:spPr>
          <a:xfrm>
            <a:off x="532867" y="6019396"/>
            <a:ext cx="1128412" cy="2539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Extra Luggage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CEE9D08-6E2B-0D82-F740-17C7792C12E1}"/>
              </a:ext>
            </a:extLst>
          </p:cNvPr>
          <p:cNvSpPr txBox="1"/>
          <p:nvPr/>
        </p:nvSpPr>
        <p:spPr>
          <a:xfrm>
            <a:off x="1601670" y="9188448"/>
            <a:ext cx="16404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23 kg 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× </a:t>
            </a: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{{EMD1}}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E279261-5A6B-A7F4-7927-65710FD4C70B}"/>
              </a:ext>
            </a:extLst>
          </p:cNvPr>
          <p:cNvSpPr txBox="1"/>
          <p:nvPr/>
        </p:nvSpPr>
        <p:spPr>
          <a:xfrm>
            <a:off x="560161" y="9201547"/>
            <a:ext cx="1128412" cy="2539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Extra Luggage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56565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699</TotalTime>
  <Words>293</Words>
  <Application>Microsoft Office PowerPoint</Application>
  <PresentationFormat>A4 Paper (210x297 mm)</PresentationFormat>
  <Paragraphs>61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shehab rehan</dc:creator>
  <cp:lastModifiedBy>shehab rehan</cp:lastModifiedBy>
  <cp:revision>45</cp:revision>
  <dcterms:created xsi:type="dcterms:W3CDTF">2025-12-05T15:56:38Z</dcterms:created>
  <dcterms:modified xsi:type="dcterms:W3CDTF">2025-12-23T07:15:49Z</dcterms:modified>
</cp:coreProperties>
</file>