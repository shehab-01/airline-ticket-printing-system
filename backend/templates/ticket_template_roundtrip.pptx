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>
        <p:scale>
          <a:sx n="125" d="100"/>
          <a:sy n="125" d="100"/>
        </p:scale>
        <p:origin x="1032" y="-302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46304" cy="1463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51546"/>
            <a:ext cx="3206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agency_name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}}/{{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agency_owner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59323"/>
            <a:ext cx="31161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agency_email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}}| TEL. 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agency_phone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71323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agency_address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811710" y="1390381"/>
            <a:ext cx="2095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e-Ticket Issued: {{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date_now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3970891" y="1705853"/>
            <a:ext cx="269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TEL. 02-2666-0847 | FAX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02-2666-0848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4776654" y="1977418"/>
            <a:ext cx="1948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https://www.korbang.com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4297682" y="1097023"/>
            <a:ext cx="2427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e-Ticket Itinerary &amp; Receipt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31594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8076" y="2389208"/>
            <a:ext cx="2399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Passenger Name / {{</a:t>
            </a:r>
            <a:r>
              <a:rPr lang="en-US" sz="1050" dirty="0" err="1">
                <a:latin typeface="Arial" panose="020B0604020202020204" pitchFamily="34" charset="0"/>
                <a:cs typeface="Arial" panose="020B0604020202020204" pitchFamily="34" charset="0"/>
              </a:rPr>
              <a:t>Ticket_Type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864845" y="2398535"/>
            <a:ext cx="188383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Ticket Number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Ticket_Number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5011956" y="2385357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Booking Reference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PNR_Reference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05187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1858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6" y="3287476"/>
            <a:ext cx="2217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{{PTN1-Dep-City}}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{{PTN1-Dep}}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38969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{{PTN1-Dep-Airport}}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{{PTN1_Date}} {{PTN1_Time}}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287476"/>
            <a:ext cx="212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{{PTN1-Arr-City}}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{{PTN1-Arr}}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38969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{{PTN1-Arr-Airport}}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{{PTN1_Date.1}} {{PTN1_Time.1}}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98444" y="3829747"/>
            <a:ext cx="1142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Flight_number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47919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4935753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Class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366097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Baggage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390463" y="4974550"/>
            <a:ext cx="1125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Y (Economy)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378439" y="5403197"/>
            <a:ext cx="25800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Check in Luggage: {{luggage}}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154182" y="4955955"/>
            <a:ext cx="8167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Status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184798" y="5474502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Aircraft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956124" y="499350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OK(Confirmed)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956124" y="5500658"/>
            <a:ext cx="11392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BOEING 737-8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97916" y="5190841"/>
            <a:ext cx="1042269" cy="2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Flight Time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781666" y="5211689"/>
            <a:ext cx="9020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{{Fly_time_1}}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39" y="6554376"/>
            <a:ext cx="215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{{PTN2-Dep-City}}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{{PTN2-Dep}}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{{PTN2-Dep-Airport}}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{{PTN2_Date}} {{PTN2_Time}}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2231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{{PTN2-Arr-City}}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{{PTN2-Arr}}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{{PTN2-Arr-Airport}}</a:t>
            </a:r>
          </a:p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{{PTN2_Date.1}} {{PTN2_Time.1}} (Local Time)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913911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3845" y="3680026"/>
            <a:ext cx="388103" cy="38810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2026" y="6890706"/>
            <a:ext cx="388103" cy="388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ED2E72-96A6-659A-46B2-D928DDDBE535}"/>
              </a:ext>
            </a:extLst>
          </p:cNvPr>
          <p:cNvSpPr txBox="1"/>
          <p:nvPr/>
        </p:nvSpPr>
        <p:spPr>
          <a:xfrm>
            <a:off x="1378440" y="5607712"/>
            <a:ext cx="20043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Cabin_luggage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3C04C-8592-6A52-5459-FB74612BD163}"/>
              </a:ext>
            </a:extLst>
          </p:cNvPr>
          <p:cNvSpPr txBox="1"/>
          <p:nvPr/>
        </p:nvSpPr>
        <p:spPr>
          <a:xfrm>
            <a:off x="617991" y="8102365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Class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CA806-6F55-19BC-1D7D-DEC4E2E2FCFA}"/>
              </a:ext>
            </a:extLst>
          </p:cNvPr>
          <p:cNvSpPr txBox="1"/>
          <p:nvPr/>
        </p:nvSpPr>
        <p:spPr>
          <a:xfrm>
            <a:off x="617991" y="8532709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Baggage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A3249-6E74-5503-7F0A-693FD230C090}"/>
              </a:ext>
            </a:extLst>
          </p:cNvPr>
          <p:cNvSpPr txBox="1"/>
          <p:nvPr/>
        </p:nvSpPr>
        <p:spPr>
          <a:xfrm>
            <a:off x="1390463" y="8115203"/>
            <a:ext cx="1125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Y (Economy)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B20194-6BD2-7A2D-EB12-406A1D2E8717}"/>
              </a:ext>
            </a:extLst>
          </p:cNvPr>
          <p:cNvSpPr txBox="1"/>
          <p:nvPr/>
        </p:nvSpPr>
        <p:spPr>
          <a:xfrm>
            <a:off x="1378440" y="8566053"/>
            <a:ext cx="2152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Check in Luggage: {{luggage}}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A6EA3C-AD8D-C343-B7BA-82950E183D16}"/>
              </a:ext>
            </a:extLst>
          </p:cNvPr>
          <p:cNvSpPr txBox="1"/>
          <p:nvPr/>
        </p:nvSpPr>
        <p:spPr>
          <a:xfrm>
            <a:off x="3156560" y="8122567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Status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4684BE-CE6A-548D-5EA4-AB0910F14495}"/>
              </a:ext>
            </a:extLst>
          </p:cNvPr>
          <p:cNvSpPr txBox="1"/>
          <p:nvPr/>
        </p:nvSpPr>
        <p:spPr>
          <a:xfrm>
            <a:off x="3187175" y="8641114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Aircraft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049081-09EE-2B0C-8DBD-C84E445456C4}"/>
              </a:ext>
            </a:extLst>
          </p:cNvPr>
          <p:cNvSpPr txBox="1"/>
          <p:nvPr/>
        </p:nvSpPr>
        <p:spPr>
          <a:xfrm>
            <a:off x="3958501" y="8160112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OK(Confirmed)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814573-09C4-3EA9-355B-FD5FF41416BE}"/>
              </a:ext>
            </a:extLst>
          </p:cNvPr>
          <p:cNvSpPr txBox="1"/>
          <p:nvPr/>
        </p:nvSpPr>
        <p:spPr>
          <a:xfrm>
            <a:off x="3958501" y="8667270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BOEING 737-8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9CA9A9-D13E-A151-4A49-6358EB7F91AF}"/>
              </a:ext>
            </a:extLst>
          </p:cNvPr>
          <p:cNvSpPr txBox="1"/>
          <p:nvPr/>
        </p:nvSpPr>
        <p:spPr>
          <a:xfrm>
            <a:off x="5000293" y="8357454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Flight Time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1B19B9-C905-27CA-23DB-6D7C74BB73AD}"/>
              </a:ext>
            </a:extLst>
          </p:cNvPr>
          <p:cNvSpPr txBox="1"/>
          <p:nvPr/>
        </p:nvSpPr>
        <p:spPr>
          <a:xfrm>
            <a:off x="1380534" y="8775325"/>
            <a:ext cx="20043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Cabin_luggage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22E257-D8B1-4B01-B32A-3047F195FBBF}"/>
              </a:ext>
            </a:extLst>
          </p:cNvPr>
          <p:cNvSpPr txBox="1"/>
          <p:nvPr/>
        </p:nvSpPr>
        <p:spPr>
          <a:xfrm>
            <a:off x="5768877" y="8376483"/>
            <a:ext cx="10287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{{Fly_time_2}}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agency_logo">
            <a:extLst>
              <a:ext uri="{FF2B5EF4-FFF2-40B4-BE49-F238E27FC236}">
                <a16:creationId xmlns:a16="http://schemas.microsoft.com/office/drawing/2014/main" id="{8B9EFC9D-55C3-E1EB-6EE0-B9CCC4FEC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343" y="404053"/>
            <a:ext cx="1052622" cy="61356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515D8125-04C2-65FB-D26D-25557954F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462" y="3425722"/>
            <a:ext cx="793999" cy="33558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5EF79F-A164-7AA2-3929-FE10B7AB5EC4}"/>
              </a:ext>
            </a:extLst>
          </p:cNvPr>
          <p:cNvSpPr txBox="1"/>
          <p:nvPr/>
        </p:nvSpPr>
        <p:spPr>
          <a:xfrm>
            <a:off x="5466352" y="7191845"/>
            <a:ext cx="1142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{{Flight_number.1}}</a:t>
            </a:r>
          </a:p>
        </p:txBody>
      </p:sp>
      <p:pic>
        <p:nvPicPr>
          <p:cNvPr id="51" name="Picture 50" descr="A red letter on a black background&#10;&#10;AI-generated content may be incorrect.">
            <a:extLst>
              <a:ext uri="{FF2B5EF4-FFF2-40B4-BE49-F238E27FC236}">
                <a16:creationId xmlns:a16="http://schemas.microsoft.com/office/drawing/2014/main" id="{E1E18879-F7B4-17D1-0387-82B190428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70" y="6787820"/>
            <a:ext cx="793999" cy="3355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AECDD4A-7F82-E538-9129-5FF915B201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6654" y="281717"/>
            <a:ext cx="1559038" cy="783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D9F459-B321-806F-D8B7-8F921A81A0FF}"/>
              </a:ext>
            </a:extLst>
          </p:cNvPr>
          <p:cNvSpPr txBox="1"/>
          <p:nvPr/>
        </p:nvSpPr>
        <p:spPr>
          <a:xfrm>
            <a:off x="510773" y="9370749"/>
            <a:ext cx="34395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* This Ticket is issued by Airline Charter Operator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7A792-D392-8F1F-6002-5E16920C2D08}"/>
              </a:ext>
            </a:extLst>
          </p:cNvPr>
          <p:cNvSpPr txBox="1"/>
          <p:nvPr/>
        </p:nvSpPr>
        <p:spPr>
          <a:xfrm>
            <a:off x="1574376" y="6006297"/>
            <a:ext cx="1640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23 kg 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{{EMD1}}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42BB5-B78D-B354-5886-A1B6F3621347}"/>
              </a:ext>
            </a:extLst>
          </p:cNvPr>
          <p:cNvSpPr txBox="1"/>
          <p:nvPr/>
        </p:nvSpPr>
        <p:spPr>
          <a:xfrm>
            <a:off x="532867" y="6019396"/>
            <a:ext cx="1128412" cy="25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Extra Luggage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353371-A693-D140-E4E7-D5BFDEF23CB6}"/>
              </a:ext>
            </a:extLst>
          </p:cNvPr>
          <p:cNvSpPr txBox="1"/>
          <p:nvPr/>
        </p:nvSpPr>
        <p:spPr>
          <a:xfrm>
            <a:off x="323238" y="2604323"/>
            <a:ext cx="1743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PAX_name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FFCE9B-A7B7-DEED-0112-C34E39CCF4DF}"/>
              </a:ext>
            </a:extLst>
          </p:cNvPr>
          <p:cNvSpPr txBox="1"/>
          <p:nvPr/>
        </p:nvSpPr>
        <p:spPr>
          <a:xfrm>
            <a:off x="1621033" y="9127162"/>
            <a:ext cx="1640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23 kg 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×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{{EMD2}}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4B85FC-B9DA-7006-B26A-4D41DCE784AF}"/>
              </a:ext>
            </a:extLst>
          </p:cNvPr>
          <p:cNvSpPr txBox="1"/>
          <p:nvPr/>
        </p:nvSpPr>
        <p:spPr>
          <a:xfrm>
            <a:off x="579524" y="9140261"/>
            <a:ext cx="1128412" cy="253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Extra Luggage 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784</TotalTime>
  <Words>299</Words>
  <Application>Microsoft Office PowerPoint</Application>
  <PresentationFormat>A4 Paper (210x297 mm)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62</cp:revision>
  <dcterms:created xsi:type="dcterms:W3CDTF">2025-12-05T15:56:38Z</dcterms:created>
  <dcterms:modified xsi:type="dcterms:W3CDTF">2026-01-28T01:18:23Z</dcterms:modified>
</cp:coreProperties>
</file>