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1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victorytr0947@naver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{{</a:t>
            </a:r>
            <a:r>
              <a:rPr lang="en-US" sz="1050" dirty="0" err="1"/>
              <a:t>date_now</a:t>
            </a:r>
            <a:r>
              <a:rPr lang="en-US" sz="1050" dirty="0"/>
              <a:t>}}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{{</a:t>
            </a:r>
            <a:r>
              <a:rPr lang="en-US" sz="1200" dirty="0" err="1"/>
              <a:t>PAX_name</a:t>
            </a:r>
            <a:r>
              <a:rPr lang="en-US" sz="1200" dirty="0"/>
              <a:t>}}</a:t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19" y="2832746"/>
            <a:ext cx="209550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Passenger Name</a:t>
            </a:r>
          </a:p>
          <a:p>
            <a:r>
              <a:rPr lang="en-US" sz="1200" dirty="0"/>
              <a:t>{{</a:t>
            </a:r>
            <a:r>
              <a:rPr lang="en-US" sz="1200" dirty="0" err="1"/>
              <a:t>PAX_name</a:t>
            </a:r>
            <a:r>
              <a:rPr lang="en-US" sz="1200" dirty="0"/>
              <a:t>}}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00000000000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LVE6LDB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44303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63792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7" y="3739596"/>
            <a:ext cx="1704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{{PTN1-Dep}}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{{PTN1_Date}} {{PTN1_Time}} (Local Time)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739596"/>
            <a:ext cx="150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{{PTN1-Arr}}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{{PTN1_Date.1}}{{PTN1_Time.1}} (Local Time)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CE6DA-FEB5-A37C-8851-D5297D5D607B}"/>
              </a:ext>
            </a:extLst>
          </p:cNvPr>
          <p:cNvSpPr txBox="1"/>
          <p:nvPr/>
        </p:nvSpPr>
        <p:spPr>
          <a:xfrm>
            <a:off x="5305923" y="384801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05922" y="421734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67068-B6D5-40C9-0DF5-5AC430B65F2F}"/>
              </a:ext>
            </a:extLst>
          </p:cNvPr>
          <p:cNvSpPr txBox="1"/>
          <p:nvPr/>
        </p:nvSpPr>
        <p:spPr>
          <a:xfrm>
            <a:off x="5350039" y="4526765"/>
            <a:ext cx="150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{{</a:t>
            </a:r>
            <a:r>
              <a:rPr lang="en-US" sz="1200" dirty="0" err="1"/>
              <a:t>PNR_Reference</a:t>
            </a:r>
            <a:r>
              <a:rPr lang="en-US" sz="1200" dirty="0"/>
              <a:t>}}</a:t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51475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5306593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Class :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632616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Baggage :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417556" y="5344138"/>
            <a:ext cx="1125560" cy="225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 (Economy)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424638" y="5632616"/>
            <a:ext cx="2004361" cy="36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Check in Luggage: 26kg + 26kg</a:t>
            </a:r>
          </a:p>
          <a:p>
            <a:r>
              <a:rPr lang="en-US" sz="900" dirty="0"/>
              <a:t>Cabin Luggage : 10kg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064037" y="532679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064036" y="565281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865978" y="536434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873060" y="565281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40263" y="547975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758625" y="547975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40" y="6554376"/>
            <a:ext cx="162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{{PTN2-Dep}}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{{PTN2_Date}} {{PTN2_Time}} (Local Time)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1855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{{PTN2-Arr}}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{{PTN2_Date.1}}{{PTN2_Time.1}} (Local Time)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904E4-4469-B6C1-2592-4D838788EADF}"/>
              </a:ext>
            </a:extLst>
          </p:cNvPr>
          <p:cNvSpPr txBox="1"/>
          <p:nvPr/>
        </p:nvSpPr>
        <p:spPr>
          <a:xfrm>
            <a:off x="5342016" y="666279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D9403E-FA99-F260-09C9-AB205E7B56A5}"/>
              </a:ext>
            </a:extLst>
          </p:cNvPr>
          <p:cNvSpPr txBox="1"/>
          <p:nvPr/>
        </p:nvSpPr>
        <p:spPr>
          <a:xfrm>
            <a:off x="5342015" y="703212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E1F1A1-48D1-BE5F-DBBC-84C56BC7EF1D}"/>
              </a:ext>
            </a:extLst>
          </p:cNvPr>
          <p:cNvSpPr txBox="1"/>
          <p:nvPr/>
        </p:nvSpPr>
        <p:spPr>
          <a:xfrm>
            <a:off x="5386132" y="7341545"/>
            <a:ext cx="165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{{</a:t>
            </a:r>
            <a:r>
              <a:rPr lang="en-US" sz="1200" dirty="0" err="1"/>
              <a:t>PNR_Reference</a:t>
            </a:r>
            <a:r>
              <a:rPr lang="en-US" sz="1200" dirty="0"/>
              <a:t>}}</a:t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13D9F-8C34-32E6-3569-0B44C2D55040}"/>
              </a:ext>
            </a:extLst>
          </p:cNvPr>
          <p:cNvGrpSpPr/>
          <p:nvPr/>
        </p:nvGrpSpPr>
        <p:grpSpPr>
          <a:xfrm>
            <a:off x="651707" y="8121373"/>
            <a:ext cx="2813385" cy="687225"/>
            <a:chOff x="615615" y="5306593"/>
            <a:chExt cx="2789318" cy="70269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E6FA84-D645-3FB4-C891-9C69D9E4EC63}"/>
                </a:ext>
              </a:extLst>
            </p:cNvPr>
            <p:cNvSpPr txBox="1"/>
            <p:nvPr/>
          </p:nvSpPr>
          <p:spPr>
            <a:xfrm>
              <a:off x="615615" y="5306593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Class :</a:t>
              </a:r>
              <a:endParaRPr lang="en-US" sz="16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13DCEC-F6D5-4E4D-0416-3232F143B3AB}"/>
                </a:ext>
              </a:extLst>
            </p:cNvPr>
            <p:cNvSpPr txBox="1"/>
            <p:nvPr/>
          </p:nvSpPr>
          <p:spPr>
            <a:xfrm>
              <a:off x="615615" y="5639954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Baggage :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CB54248-CA60-1D00-393B-E4D7255C5B45}"/>
                </a:ext>
              </a:extLst>
            </p:cNvPr>
            <p:cNvSpPr txBox="1"/>
            <p:nvPr/>
          </p:nvSpPr>
          <p:spPr>
            <a:xfrm>
              <a:off x="1410697" y="5344983"/>
              <a:ext cx="11159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Q (Economy)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43F03-F5D3-99CF-80F3-05EBC955FC29}"/>
                </a:ext>
              </a:extLst>
            </p:cNvPr>
            <p:cNvSpPr txBox="1"/>
            <p:nvPr/>
          </p:nvSpPr>
          <p:spPr>
            <a:xfrm>
              <a:off x="1417718" y="5639954"/>
              <a:ext cx="198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Check in Luggage: 26kg + 26kg</a:t>
              </a:r>
            </a:p>
            <a:p>
              <a:r>
                <a:rPr lang="en-US" sz="900" dirty="0"/>
                <a:t>Cabin Luggage : 10kg</a:t>
              </a:r>
              <a:endParaRPr lang="en-US" sz="12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4B4196-E803-5310-7871-E5B33D221B7A}"/>
              </a:ext>
            </a:extLst>
          </p:cNvPr>
          <p:cNvSpPr txBox="1"/>
          <p:nvPr/>
        </p:nvSpPr>
        <p:spPr>
          <a:xfrm>
            <a:off x="3100130" y="814157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2C074-EEDF-F4D9-AA33-D26CF65231BD}"/>
              </a:ext>
            </a:extLst>
          </p:cNvPr>
          <p:cNvSpPr txBox="1"/>
          <p:nvPr/>
        </p:nvSpPr>
        <p:spPr>
          <a:xfrm>
            <a:off x="3100129" y="846759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D677B-38A8-640C-935F-0010DFE4599E}"/>
              </a:ext>
            </a:extLst>
          </p:cNvPr>
          <p:cNvSpPr txBox="1"/>
          <p:nvPr/>
        </p:nvSpPr>
        <p:spPr>
          <a:xfrm>
            <a:off x="3902071" y="817912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D247C-956A-2D56-9C62-13F662BACD28}"/>
              </a:ext>
            </a:extLst>
          </p:cNvPr>
          <p:cNvSpPr txBox="1"/>
          <p:nvPr/>
        </p:nvSpPr>
        <p:spPr>
          <a:xfrm>
            <a:off x="3909153" y="846759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72D56-5D06-3321-BC19-6D7BECB7A7FA}"/>
              </a:ext>
            </a:extLst>
          </p:cNvPr>
          <p:cNvSpPr txBox="1"/>
          <p:nvPr/>
        </p:nvSpPr>
        <p:spPr>
          <a:xfrm>
            <a:off x="4976356" y="829453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5B3A64-5B9A-BAF2-7C48-8290709B4339}"/>
              </a:ext>
            </a:extLst>
          </p:cNvPr>
          <p:cNvSpPr txBox="1"/>
          <p:nvPr/>
        </p:nvSpPr>
        <p:spPr>
          <a:xfrm>
            <a:off x="5794718" y="829453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885463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</TotalTime>
  <Words>243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10</cp:revision>
  <dcterms:created xsi:type="dcterms:W3CDTF">2025-12-05T15:56:38Z</dcterms:created>
  <dcterms:modified xsi:type="dcterms:W3CDTF">2025-12-06T04:17:52Z</dcterms:modified>
</cp:coreProperties>
</file>